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72" r:id="rId3"/>
    <p:sldId id="257" r:id="rId4"/>
    <p:sldId id="258" r:id="rId5"/>
    <p:sldId id="259" r:id="rId6"/>
    <p:sldId id="264" r:id="rId7"/>
    <p:sldId id="262" r:id="rId8"/>
    <p:sldId id="263" r:id="rId9"/>
    <p:sldId id="291" r:id="rId10"/>
    <p:sldId id="267" r:id="rId11"/>
    <p:sldId id="268" r:id="rId12"/>
    <p:sldId id="276" r:id="rId13"/>
    <p:sldId id="282" r:id="rId14"/>
    <p:sldId id="283" r:id="rId15"/>
    <p:sldId id="284" r:id="rId16"/>
    <p:sldId id="285" r:id="rId17"/>
    <p:sldId id="286" r:id="rId18"/>
    <p:sldId id="277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Thakare" userId="c4056d686f250dbc" providerId="LiveId" clId="{ADF5EAFE-B201-4D67-B3ED-B5768577F4E9}"/>
    <pc:docChg chg="undo custSel addSld delSld modSld sldOrd">
      <pc:chgData name="Aditya Thakare" userId="c4056d686f250dbc" providerId="LiveId" clId="{ADF5EAFE-B201-4D67-B3ED-B5768577F4E9}" dt="2023-11-28T18:21:28.082" v="1456" actId="1076"/>
      <pc:docMkLst>
        <pc:docMk/>
      </pc:docMkLst>
      <pc:sldChg chg="modSp add del mod">
        <pc:chgData name="Aditya Thakare" userId="c4056d686f250dbc" providerId="LiveId" clId="{ADF5EAFE-B201-4D67-B3ED-B5768577F4E9}" dt="2023-11-28T17:40:17.718" v="1019" actId="47"/>
        <pc:sldMkLst>
          <pc:docMk/>
          <pc:sldMk cId="2275447521" sldId="256"/>
        </pc:sldMkLst>
        <pc:spChg chg="mod">
          <ac:chgData name="Aditya Thakare" userId="c4056d686f250dbc" providerId="LiveId" clId="{ADF5EAFE-B201-4D67-B3ED-B5768577F4E9}" dt="2023-11-28T17:32:48.873" v="928" actId="6549"/>
          <ac:spMkLst>
            <pc:docMk/>
            <pc:sldMk cId="2275447521" sldId="256"/>
            <ac:spMk id="2" creationId="{ABC2D339-3C42-C90F-9BD4-83CC089F80AF}"/>
          </ac:spMkLst>
        </pc:spChg>
        <pc:spChg chg="mod">
          <ac:chgData name="Aditya Thakare" userId="c4056d686f250dbc" providerId="LiveId" clId="{ADF5EAFE-B201-4D67-B3ED-B5768577F4E9}" dt="2023-11-28T17:32:50.685" v="929" actId="6549"/>
          <ac:spMkLst>
            <pc:docMk/>
            <pc:sldMk cId="2275447521" sldId="256"/>
            <ac:spMk id="3" creationId="{ECFCB206-1547-8C51-6B91-517CF64EFAE2}"/>
          </ac:spMkLst>
        </pc:spChg>
      </pc:sldChg>
      <pc:sldChg chg="addSp delSp modSp add del mod setBg delDesignElem">
        <pc:chgData name="Aditya Thakare" userId="c4056d686f250dbc" providerId="LiveId" clId="{ADF5EAFE-B201-4D67-B3ED-B5768577F4E9}" dt="2023-11-28T18:17:30.179" v="1424" actId="1076"/>
        <pc:sldMkLst>
          <pc:docMk/>
          <pc:sldMk cId="1144994526" sldId="257"/>
        </pc:sldMkLst>
        <pc:spChg chg="mod">
          <ac:chgData name="Aditya Thakare" userId="c4056d686f250dbc" providerId="LiveId" clId="{ADF5EAFE-B201-4D67-B3ED-B5768577F4E9}" dt="2023-11-28T17:49:33.695" v="1102" actId="113"/>
          <ac:spMkLst>
            <pc:docMk/>
            <pc:sldMk cId="1144994526" sldId="257"/>
            <ac:spMk id="2" creationId="{E0CC735A-74A1-17E4-FD46-2EBDC1284DB0}"/>
          </ac:spMkLst>
        </pc:spChg>
        <pc:spChg chg="mod ord">
          <ac:chgData name="Aditya Thakare" userId="c4056d686f250dbc" providerId="LiveId" clId="{ADF5EAFE-B201-4D67-B3ED-B5768577F4E9}" dt="2023-11-28T18:17:30.179" v="1424" actId="1076"/>
          <ac:spMkLst>
            <pc:docMk/>
            <pc:sldMk cId="1144994526" sldId="257"/>
            <ac:spMk id="4" creationId="{E5A7FEF2-E3E2-17F9-BE80-591DD1EE5E13}"/>
          </ac:spMkLst>
        </pc:spChg>
        <pc:spChg chg="add del mod">
          <ac:chgData name="Aditya Thakare" userId="c4056d686f250dbc" providerId="LiveId" clId="{ADF5EAFE-B201-4D67-B3ED-B5768577F4E9}" dt="2023-11-28T17:47:47.374" v="1073" actId="931"/>
          <ac:spMkLst>
            <pc:docMk/>
            <pc:sldMk cId="1144994526" sldId="257"/>
            <ac:spMk id="7" creationId="{D5A3057D-CD1C-4D58-1F8A-43B1F89B7520}"/>
          </ac:spMkLst>
        </pc:spChg>
        <pc:spChg chg="add del">
          <ac:chgData name="Aditya Thakare" userId="c4056d686f250dbc" providerId="LiveId" clId="{ADF5EAFE-B201-4D67-B3ED-B5768577F4E9}" dt="2023-11-28T17:48:42.112" v="1092" actId="26606"/>
          <ac:spMkLst>
            <pc:docMk/>
            <pc:sldMk cId="1144994526" sldId="257"/>
            <ac:spMk id="11" creationId="{6B5E2835-4E47-45B3-9CFE-732FF7B05472}"/>
          </ac:spMkLst>
        </pc:spChg>
        <pc:spChg chg="add del">
          <ac:chgData name="Aditya Thakare" userId="c4056d686f250dbc" providerId="LiveId" clId="{ADF5EAFE-B201-4D67-B3ED-B5768577F4E9}" dt="2023-11-28T17:48:42.112" v="1092" actId="26606"/>
          <ac:spMkLst>
            <pc:docMk/>
            <pc:sldMk cId="1144994526" sldId="257"/>
            <ac:spMk id="12" creationId="{5B45AD5D-AA52-4F7B-9362-576A39AD9E09}"/>
          </ac:spMkLst>
        </pc:spChg>
        <pc:spChg chg="add del">
          <ac:chgData name="Aditya Thakare" userId="c4056d686f250dbc" providerId="LiveId" clId="{ADF5EAFE-B201-4D67-B3ED-B5768577F4E9}" dt="2023-11-28T17:48:42.112" v="1092" actId="26606"/>
          <ac:spMkLst>
            <pc:docMk/>
            <pc:sldMk cId="1144994526" sldId="257"/>
            <ac:spMk id="13" creationId="{AEDD7960-4866-4399-BEF6-DD1431AB4E34}"/>
          </ac:spMkLst>
        </pc:spChg>
        <pc:spChg chg="add del">
          <ac:chgData name="Aditya Thakare" userId="c4056d686f250dbc" providerId="LiveId" clId="{ADF5EAFE-B201-4D67-B3ED-B5768577F4E9}" dt="2023-11-28T17:48:06.553" v="1076" actId="26606"/>
          <ac:spMkLst>
            <pc:docMk/>
            <pc:sldMk cId="1144994526" sldId="257"/>
            <ac:spMk id="14" creationId="{F13C74B1-5B17-4795-BED0-7140497B445A}"/>
          </ac:spMkLst>
        </pc:spChg>
        <pc:spChg chg="add del">
          <ac:chgData name="Aditya Thakare" userId="c4056d686f250dbc" providerId="LiveId" clId="{ADF5EAFE-B201-4D67-B3ED-B5768577F4E9}" dt="2023-11-28T17:48:42.112" v="1092" actId="26606"/>
          <ac:spMkLst>
            <pc:docMk/>
            <pc:sldMk cId="1144994526" sldId="257"/>
            <ac:spMk id="15" creationId="{7A5F0580-5EE9-419F-96EE-B6529EF6E7D0}"/>
          </ac:spMkLst>
        </pc:spChg>
        <pc:spChg chg="add del">
          <ac:chgData name="Aditya Thakare" userId="c4056d686f250dbc" providerId="LiveId" clId="{ADF5EAFE-B201-4D67-B3ED-B5768577F4E9}" dt="2023-11-28T17:48:06.553" v="1076" actId="26606"/>
          <ac:spMkLst>
            <pc:docMk/>
            <pc:sldMk cId="1144994526" sldId="257"/>
            <ac:spMk id="16" creationId="{D4974D33-8DC5-464E-8C6D-BE58F0669C17}"/>
          </ac:spMkLst>
        </pc:spChg>
        <pc:spChg chg="add del">
          <ac:chgData name="Aditya Thakare" userId="c4056d686f250dbc" providerId="LiveId" clId="{ADF5EAFE-B201-4D67-B3ED-B5768577F4E9}" dt="2023-11-28T17:48:13.082" v="1078" actId="26606"/>
          <ac:spMkLst>
            <pc:docMk/>
            <pc:sldMk cId="1144994526" sldId="257"/>
            <ac:spMk id="18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7:48:13.082" v="1078" actId="26606"/>
          <ac:spMkLst>
            <pc:docMk/>
            <pc:sldMk cId="1144994526" sldId="257"/>
            <ac:spMk id="19" creationId="{CD8B4F24-440B-49E9-B85D-733523DC064B}"/>
          </ac:spMkLst>
        </pc:spChg>
        <pc:spChg chg="add del">
          <ac:chgData name="Aditya Thakare" userId="c4056d686f250dbc" providerId="LiveId" clId="{ADF5EAFE-B201-4D67-B3ED-B5768577F4E9}" dt="2023-11-28T17:48:42.112" v="1092" actId="26606"/>
          <ac:spMkLst>
            <pc:docMk/>
            <pc:sldMk cId="1144994526" sldId="257"/>
            <ac:spMk id="20" creationId="{55D4142C-5077-457F-A6AD-3FECFDB39685}"/>
          </ac:spMkLst>
        </pc:spChg>
        <pc:spChg chg="add del">
          <ac:chgData name="Aditya Thakare" userId="c4056d686f250dbc" providerId="LiveId" clId="{ADF5EAFE-B201-4D67-B3ED-B5768577F4E9}" dt="2023-11-28T17:48:15.050" v="1080" actId="26606"/>
          <ac:spMkLst>
            <pc:docMk/>
            <pc:sldMk cId="1144994526" sldId="257"/>
            <ac:spMk id="21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7:48:15.050" v="1080" actId="26606"/>
          <ac:spMkLst>
            <pc:docMk/>
            <pc:sldMk cId="1144994526" sldId="257"/>
            <ac:spMk id="22" creationId="{6357EC4F-235E-4222-A36F-C7878ACE37F2}"/>
          </ac:spMkLst>
        </pc:spChg>
        <pc:spChg chg="add del">
          <ac:chgData name="Aditya Thakare" userId="c4056d686f250dbc" providerId="LiveId" clId="{ADF5EAFE-B201-4D67-B3ED-B5768577F4E9}" dt="2023-11-28T17:48:46.319" v="1094" actId="26606"/>
          <ac:spMkLst>
            <pc:docMk/>
            <pc:sldMk cId="1144994526" sldId="257"/>
            <ac:spMk id="23" creationId="{3AFE8227-C443-417B-BA91-520EB1EF4559}"/>
          </ac:spMkLst>
        </pc:spChg>
        <pc:spChg chg="add del">
          <ac:chgData name="Aditya Thakare" userId="c4056d686f250dbc" providerId="LiveId" clId="{ADF5EAFE-B201-4D67-B3ED-B5768577F4E9}" dt="2023-11-28T17:48:15.925" v="1082" actId="26606"/>
          <ac:spMkLst>
            <pc:docMk/>
            <pc:sldMk cId="1144994526" sldId="257"/>
            <ac:spMk id="24" creationId="{7B831B6F-405A-4B47-B9BB-5CA88F285844}"/>
          </ac:spMkLst>
        </pc:spChg>
        <pc:spChg chg="add del">
          <ac:chgData name="Aditya Thakare" userId="c4056d686f250dbc" providerId="LiveId" clId="{ADF5EAFE-B201-4D67-B3ED-B5768577F4E9}" dt="2023-11-28T17:48:15.925" v="1082" actId="26606"/>
          <ac:spMkLst>
            <pc:docMk/>
            <pc:sldMk cId="1144994526" sldId="257"/>
            <ac:spMk id="25" creationId="{953EE71A-6488-4203-A7C4-77102FD0DCCA}"/>
          </ac:spMkLst>
        </pc:spChg>
        <pc:spChg chg="add del">
          <ac:chgData name="Aditya Thakare" userId="c4056d686f250dbc" providerId="LiveId" clId="{ADF5EAFE-B201-4D67-B3ED-B5768577F4E9}" dt="2023-11-28T17:48:46.319" v="1094" actId="26606"/>
          <ac:spMkLst>
            <pc:docMk/>
            <pc:sldMk cId="1144994526" sldId="257"/>
            <ac:spMk id="26" creationId="{907741FC-B544-4A6E-B831-6789D042333D}"/>
          </ac:spMkLst>
        </pc:spChg>
        <pc:spChg chg="add del">
          <ac:chgData name="Aditya Thakare" userId="c4056d686f250dbc" providerId="LiveId" clId="{ADF5EAFE-B201-4D67-B3ED-B5768577F4E9}" dt="2023-11-28T17:48:27.741" v="1084" actId="26606"/>
          <ac:spMkLst>
            <pc:docMk/>
            <pc:sldMk cId="1144994526" sldId="257"/>
            <ac:spMk id="27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7:48:27.741" v="1084" actId="26606"/>
          <ac:spMkLst>
            <pc:docMk/>
            <pc:sldMk cId="1144994526" sldId="257"/>
            <ac:spMk id="28" creationId="{6357EC4F-235E-4222-A36F-C7878ACE37F2}"/>
          </ac:spMkLst>
        </pc:spChg>
        <pc:spChg chg="add del">
          <ac:chgData name="Aditya Thakare" userId="c4056d686f250dbc" providerId="LiveId" clId="{ADF5EAFE-B201-4D67-B3ED-B5768577F4E9}" dt="2023-11-28T17:48:46.319" v="1094" actId="26606"/>
          <ac:spMkLst>
            <pc:docMk/>
            <pc:sldMk cId="1144994526" sldId="257"/>
            <ac:spMk id="29" creationId="{3F0BE7ED-7814-4273-B18A-F26CC0380380}"/>
          </ac:spMkLst>
        </pc:spChg>
        <pc:spChg chg="add del">
          <ac:chgData name="Aditya Thakare" userId="c4056d686f250dbc" providerId="LiveId" clId="{ADF5EAFE-B201-4D67-B3ED-B5768577F4E9}" dt="2023-11-28T17:48:31.426" v="1086" actId="26606"/>
          <ac:spMkLst>
            <pc:docMk/>
            <pc:sldMk cId="1144994526" sldId="257"/>
            <ac:spMk id="30" creationId="{C3896A03-3945-419A-B66B-4EE266EDD152}"/>
          </ac:spMkLst>
        </pc:spChg>
        <pc:spChg chg="add del">
          <ac:chgData name="Aditya Thakare" userId="c4056d686f250dbc" providerId="LiveId" clId="{ADF5EAFE-B201-4D67-B3ED-B5768577F4E9}" dt="2023-11-28T17:48:31.426" v="1086" actId="26606"/>
          <ac:spMkLst>
            <pc:docMk/>
            <pc:sldMk cId="1144994526" sldId="257"/>
            <ac:spMk id="31" creationId="{B34F5AD2-EDBD-4BBD-A55C-EAFFD0C7097A}"/>
          </ac:spMkLst>
        </pc:spChg>
        <pc:spChg chg="add del">
          <ac:chgData name="Aditya Thakare" userId="c4056d686f250dbc" providerId="LiveId" clId="{ADF5EAFE-B201-4D67-B3ED-B5768577F4E9}" dt="2023-11-28T17:48:31.426" v="1086" actId="26606"/>
          <ac:spMkLst>
            <pc:docMk/>
            <pc:sldMk cId="1144994526" sldId="257"/>
            <ac:spMk id="32" creationId="{450D3AD2-FA80-415F-A9CE-54D884561CD7}"/>
          </ac:spMkLst>
        </pc:spChg>
        <pc:spChg chg="add del">
          <ac:chgData name="Aditya Thakare" userId="c4056d686f250dbc" providerId="LiveId" clId="{ADF5EAFE-B201-4D67-B3ED-B5768577F4E9}" dt="2023-11-28T17:48:33.734" v="1088" actId="26606"/>
          <ac:spMkLst>
            <pc:docMk/>
            <pc:sldMk cId="1144994526" sldId="257"/>
            <ac:spMk id="34" creationId="{04812C46-200A-4DEB-A05E-3ED6C68C2387}"/>
          </ac:spMkLst>
        </pc:spChg>
        <pc:spChg chg="add del">
          <ac:chgData name="Aditya Thakare" userId="c4056d686f250dbc" providerId="LiveId" clId="{ADF5EAFE-B201-4D67-B3ED-B5768577F4E9}" dt="2023-11-28T17:48:33.734" v="1088" actId="26606"/>
          <ac:spMkLst>
            <pc:docMk/>
            <pc:sldMk cId="1144994526" sldId="257"/>
            <ac:spMk id="35" creationId="{D1EA859B-E555-4109-94F3-6700E046E008}"/>
          </ac:spMkLst>
        </pc:spChg>
        <pc:spChg chg="add del">
          <ac:chgData name="Aditya Thakare" userId="c4056d686f250dbc" providerId="LiveId" clId="{ADF5EAFE-B201-4D67-B3ED-B5768577F4E9}" dt="2023-11-28T17:49:19.078" v="1100" actId="26606"/>
          <ac:spMkLst>
            <pc:docMk/>
            <pc:sldMk cId="1144994526" sldId="257"/>
            <ac:spMk id="36" creationId="{201CC55D-ED54-4C5C-95E6-10947BD1103B}"/>
          </ac:spMkLst>
        </pc:spChg>
        <pc:spChg chg="add del">
          <ac:chgData name="Aditya Thakare" userId="c4056d686f250dbc" providerId="LiveId" clId="{ADF5EAFE-B201-4D67-B3ED-B5768577F4E9}" dt="2023-11-28T17:49:19.078" v="1100" actId="26606"/>
          <ac:spMkLst>
            <pc:docMk/>
            <pc:sldMk cId="1144994526" sldId="257"/>
            <ac:spMk id="39" creationId="{3873B707-463F-40B0-8227-E8CC6C67EB25}"/>
          </ac:spMkLst>
        </pc:spChg>
        <pc:spChg chg="add del">
          <ac:chgData name="Aditya Thakare" userId="c4056d686f250dbc" providerId="LiveId" clId="{ADF5EAFE-B201-4D67-B3ED-B5768577F4E9}" dt="2023-11-28T17:49:19.078" v="1100" actId="26606"/>
          <ac:spMkLst>
            <pc:docMk/>
            <pc:sldMk cId="1144994526" sldId="257"/>
            <ac:spMk id="40" creationId="{C13237C8-E62C-4F0D-A318-BD6FB6C2D138}"/>
          </ac:spMkLst>
        </pc:spChg>
        <pc:spChg chg="add del">
          <ac:chgData name="Aditya Thakare" userId="c4056d686f250dbc" providerId="LiveId" clId="{ADF5EAFE-B201-4D67-B3ED-B5768577F4E9}" dt="2023-11-28T17:49:19.078" v="1100" actId="26606"/>
          <ac:spMkLst>
            <pc:docMk/>
            <pc:sldMk cId="1144994526" sldId="257"/>
            <ac:spMk id="41" creationId="{19C9EAEA-39D0-4B0E-A0EB-51E7B26740B1}"/>
          </ac:spMkLst>
        </pc:spChg>
        <pc:spChg chg="add del">
          <ac:chgData name="Aditya Thakare" userId="c4056d686f250dbc" providerId="LiveId" clId="{ADF5EAFE-B201-4D67-B3ED-B5768577F4E9}" dt="2023-11-28T17:49:19.063" v="1099" actId="26606"/>
          <ac:spMkLst>
            <pc:docMk/>
            <pc:sldMk cId="1144994526" sldId="257"/>
            <ac:spMk id="46" creationId="{649C91A9-84E7-4BF0-9026-62F01380D853}"/>
          </ac:spMkLst>
        </pc:spChg>
        <pc:spChg chg="add del">
          <ac:chgData name="Aditya Thakare" userId="c4056d686f250dbc" providerId="LiveId" clId="{ADF5EAFE-B201-4D67-B3ED-B5768577F4E9}" dt="2023-11-28T17:49:19.063" v="1099" actId="26606"/>
          <ac:spMkLst>
            <pc:docMk/>
            <pc:sldMk cId="1144994526" sldId="257"/>
            <ac:spMk id="48" creationId="{9B47378D-AD27-45D0-8C1C-5B1098DCC068}"/>
          </ac:spMkLst>
        </pc:spChg>
        <pc:grpChg chg="add del">
          <ac:chgData name="Aditya Thakare" userId="c4056d686f250dbc" providerId="LiveId" clId="{ADF5EAFE-B201-4D67-B3ED-B5768577F4E9}" dt="2023-11-28T17:49:19.078" v="1100" actId="26606"/>
          <ac:grpSpMkLst>
            <pc:docMk/>
            <pc:sldMk cId="1144994526" sldId="257"/>
            <ac:grpSpMk id="37" creationId="{1DE889C7-FAD6-4397-98E2-05D503484459}"/>
          </ac:grpSpMkLst>
        </pc:grpChg>
        <pc:picChg chg="del">
          <ac:chgData name="Aditya Thakare" userId="c4056d686f250dbc" providerId="LiveId" clId="{ADF5EAFE-B201-4D67-B3ED-B5768577F4E9}" dt="2023-11-28T17:47:42.907" v="1072" actId="478"/>
          <ac:picMkLst>
            <pc:docMk/>
            <pc:sldMk cId="1144994526" sldId="257"/>
            <ac:picMk id="5" creationId="{43228AC8-A27D-94ED-6455-2F07F912D455}"/>
          </ac:picMkLst>
        </pc:picChg>
        <pc:picChg chg="add mod ord">
          <ac:chgData name="Aditya Thakare" userId="c4056d686f250dbc" providerId="LiveId" clId="{ADF5EAFE-B201-4D67-B3ED-B5768577F4E9}" dt="2023-11-28T17:49:19.078" v="1100" actId="26606"/>
          <ac:picMkLst>
            <pc:docMk/>
            <pc:sldMk cId="1144994526" sldId="257"/>
            <ac:picMk id="9" creationId="{2C615E3F-63D5-C977-6E02-537185942542}"/>
          </ac:picMkLst>
        </pc:picChg>
        <pc:picChg chg="add mod">
          <ac:chgData name="Aditya Thakare" userId="c4056d686f250dbc" providerId="LiveId" clId="{ADF5EAFE-B201-4D67-B3ED-B5768577F4E9}" dt="2023-11-28T18:11:51.185" v="1376"/>
          <ac:picMkLst>
            <pc:docMk/>
            <pc:sldMk cId="1144994526" sldId="257"/>
            <ac:picMk id="10" creationId="{29276A9F-C852-FF48-77BE-B6ACDEDE2B50}"/>
          </ac:picMkLst>
        </pc:picChg>
        <pc:picChg chg="add mod">
          <ac:chgData name="Aditya Thakare" userId="c4056d686f250dbc" providerId="LiveId" clId="{ADF5EAFE-B201-4D67-B3ED-B5768577F4E9}" dt="2023-11-28T18:11:51.185" v="1376"/>
          <ac:picMkLst>
            <pc:docMk/>
            <pc:sldMk cId="1144994526" sldId="257"/>
            <ac:picMk id="42" creationId="{5E352741-CD21-E09E-48E2-D3EACD41E0CE}"/>
          </ac:picMkLst>
        </pc:picChg>
        <pc:cxnChg chg="add del">
          <ac:chgData name="Aditya Thakare" userId="c4056d686f250dbc" providerId="LiveId" clId="{ADF5EAFE-B201-4D67-B3ED-B5768577F4E9}" dt="2023-11-28T17:48:59.695" v="1096" actId="26606"/>
          <ac:cxnSpMkLst>
            <pc:docMk/>
            <pc:sldMk cId="1144994526" sldId="257"/>
            <ac:cxnSpMk id="33" creationId="{FC23E3B9-5ABF-58B3-E2B0-E9A5DAA90037}"/>
          </ac:cxnSpMkLst>
        </pc:cxnChg>
        <pc:cxnChg chg="add del">
          <ac:chgData name="Aditya Thakare" userId="c4056d686f250dbc" providerId="LiveId" clId="{ADF5EAFE-B201-4D67-B3ED-B5768577F4E9}" dt="2023-11-28T18:10:44.392" v="1372"/>
          <ac:cxnSpMkLst>
            <pc:docMk/>
            <pc:sldMk cId="1144994526" sldId="257"/>
            <ac:cxnSpMk id="50" creationId="{249EDD1B-F94D-B4E6-ACAA-566B9A26FDE3}"/>
          </ac:cxnSpMkLst>
        </pc:cxnChg>
      </pc:sldChg>
      <pc:sldChg chg="addSp delSp modSp add del mod setBg delDesignElem">
        <pc:chgData name="Aditya Thakare" userId="c4056d686f250dbc" providerId="LiveId" clId="{ADF5EAFE-B201-4D67-B3ED-B5768577F4E9}" dt="2023-11-28T18:11:56.639" v="1377"/>
        <pc:sldMkLst>
          <pc:docMk/>
          <pc:sldMk cId="3539881141" sldId="258"/>
        </pc:sldMkLst>
        <pc:spChg chg="mod">
          <ac:chgData name="Aditya Thakare" userId="c4056d686f250dbc" providerId="LiveId" clId="{ADF5EAFE-B201-4D67-B3ED-B5768577F4E9}" dt="2023-11-28T17:51:15.440" v="1113" actId="113"/>
          <ac:spMkLst>
            <pc:docMk/>
            <pc:sldMk cId="3539881141" sldId="258"/>
            <ac:spMk id="2" creationId="{08772EF5-2702-5134-1E90-05DFC0BD08AD}"/>
          </ac:spMkLst>
        </pc:spChg>
        <pc:spChg chg="mod">
          <ac:chgData name="Aditya Thakare" userId="c4056d686f250dbc" providerId="LiveId" clId="{ADF5EAFE-B201-4D67-B3ED-B5768577F4E9}" dt="2023-11-28T18:10:44.392" v="1372"/>
          <ac:spMkLst>
            <pc:docMk/>
            <pc:sldMk cId="3539881141" sldId="258"/>
            <ac:spMk id="4" creationId="{A823D06E-C0DA-B7C7-FE9F-3E23EC7B8A66}"/>
          </ac:spMkLst>
        </pc:spChg>
        <pc:spChg chg="add del">
          <ac:chgData name="Aditya Thakare" userId="c4056d686f250dbc" providerId="LiveId" clId="{ADF5EAFE-B201-4D67-B3ED-B5768577F4E9}" dt="2023-11-28T17:50:29.897" v="1105" actId="26606"/>
          <ac:spMkLst>
            <pc:docMk/>
            <pc:sldMk cId="3539881141" sldId="258"/>
            <ac:spMk id="10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7:50:29.897" v="1105" actId="26606"/>
          <ac:spMkLst>
            <pc:docMk/>
            <pc:sldMk cId="3539881141" sldId="258"/>
            <ac:spMk id="12" creationId="{CD8B4F24-440B-49E9-B85D-733523DC064B}"/>
          </ac:spMkLst>
        </pc:spChg>
        <pc:spChg chg="add del">
          <ac:chgData name="Aditya Thakare" userId="c4056d686f250dbc" providerId="LiveId" clId="{ADF5EAFE-B201-4D67-B3ED-B5768577F4E9}" dt="2023-11-28T17:51:03.946" v="1110" actId="26606"/>
          <ac:spMkLst>
            <pc:docMk/>
            <pc:sldMk cId="3539881141" sldId="258"/>
            <ac:spMk id="17" creationId="{8EB2B82E-9519-13BE-F662-21976E2C7A9C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539881141" sldId="258"/>
            <ac:spMk id="24" creationId="{90B80AB5-04E5-2C2D-26E9-EF3A3DA3A442}"/>
          </ac:spMkLst>
        </pc:spChg>
        <pc:picChg chg="mod ord">
          <ac:chgData name="Aditya Thakare" userId="c4056d686f250dbc" providerId="LiveId" clId="{ADF5EAFE-B201-4D67-B3ED-B5768577F4E9}" dt="2023-11-28T17:51:03.946" v="1110" actId="26606"/>
          <ac:picMkLst>
            <pc:docMk/>
            <pc:sldMk cId="3539881141" sldId="258"/>
            <ac:picMk id="5" creationId="{F0C0E408-C2E8-1357-7382-7416B59286C2}"/>
          </ac:picMkLst>
        </pc:picChg>
        <pc:picChg chg="add mod">
          <ac:chgData name="Aditya Thakare" userId="c4056d686f250dbc" providerId="LiveId" clId="{ADF5EAFE-B201-4D67-B3ED-B5768577F4E9}" dt="2023-11-28T18:11:56.639" v="1377"/>
          <ac:picMkLst>
            <pc:docMk/>
            <pc:sldMk cId="3539881141" sldId="258"/>
            <ac:picMk id="6" creationId="{C6D3E76C-6122-6CB1-A593-5E66E543B885}"/>
          </ac:picMkLst>
        </pc:picChg>
        <pc:picChg chg="add mod">
          <ac:chgData name="Aditya Thakare" userId="c4056d686f250dbc" providerId="LiveId" clId="{ADF5EAFE-B201-4D67-B3ED-B5768577F4E9}" dt="2023-11-28T18:11:56.639" v="1377"/>
          <ac:picMkLst>
            <pc:docMk/>
            <pc:sldMk cId="3539881141" sldId="258"/>
            <ac:picMk id="7" creationId="{0111257F-F5C9-D0C9-F8F4-DA9CCA00CA7E}"/>
          </ac:picMkLst>
        </pc:picChg>
        <pc:cxnChg chg="add del">
          <ac:chgData name="Aditya Thakare" userId="c4056d686f250dbc" providerId="LiveId" clId="{ADF5EAFE-B201-4D67-B3ED-B5768577F4E9}" dt="2023-11-28T17:51:03.946" v="1110" actId="26606"/>
          <ac:cxnSpMkLst>
            <pc:docMk/>
            <pc:sldMk cId="3539881141" sldId="258"/>
            <ac:cxnSpMk id="19" creationId="{58111A9F-5A83-81E0-CD78-A5959435DC2D}"/>
          </ac:cxnSpMkLst>
        </pc:cxnChg>
        <pc:cxnChg chg="add del">
          <ac:chgData name="Aditya Thakare" userId="c4056d686f250dbc" providerId="LiveId" clId="{ADF5EAFE-B201-4D67-B3ED-B5768577F4E9}" dt="2023-11-28T18:10:44.392" v="1372"/>
          <ac:cxnSpMkLst>
            <pc:docMk/>
            <pc:sldMk cId="3539881141" sldId="258"/>
            <ac:cxnSpMk id="26" creationId="{FC23E3B9-5ABF-58B3-E2B0-E9A5DAA90037}"/>
          </ac:cxnSpMkLst>
        </pc:cxnChg>
      </pc:sldChg>
      <pc:sldChg chg="addSp delSp modSp add del mod ord setBg delDesignElem">
        <pc:chgData name="Aditya Thakare" userId="c4056d686f250dbc" providerId="LiveId" clId="{ADF5EAFE-B201-4D67-B3ED-B5768577F4E9}" dt="2023-11-28T18:12:07.356" v="1379" actId="1076"/>
        <pc:sldMkLst>
          <pc:docMk/>
          <pc:sldMk cId="904127666" sldId="259"/>
        </pc:sldMkLst>
        <pc:spChg chg="mod">
          <ac:chgData name="Aditya Thakare" userId="c4056d686f250dbc" providerId="LiveId" clId="{ADF5EAFE-B201-4D67-B3ED-B5768577F4E9}" dt="2023-11-28T18:10:44.392" v="1372"/>
          <ac:spMkLst>
            <pc:docMk/>
            <pc:sldMk cId="904127666" sldId="259"/>
            <ac:spMk id="2" creationId="{F5DE4141-CEC2-50C6-10D5-E876B46C0DE0}"/>
          </ac:spMkLst>
        </pc:spChg>
        <pc:spChg chg="mod">
          <ac:chgData name="Aditya Thakare" userId="c4056d686f250dbc" providerId="LiveId" clId="{ADF5EAFE-B201-4D67-B3ED-B5768577F4E9}" dt="2023-11-28T18:10:44.392" v="1372"/>
          <ac:spMkLst>
            <pc:docMk/>
            <pc:sldMk cId="904127666" sldId="259"/>
            <ac:spMk id="4" creationId="{CDFD4F8A-F896-60DB-BF83-3650CC552F83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904127666" sldId="259"/>
            <ac:spMk id="10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904127666" sldId="259"/>
            <ac:spMk id="12" creationId="{CD8B4F24-440B-49E9-B85D-733523DC064B}"/>
          </ac:spMkLst>
        </pc:spChg>
        <pc:picChg chg="mod ord">
          <ac:chgData name="Aditya Thakare" userId="c4056d686f250dbc" providerId="LiveId" clId="{ADF5EAFE-B201-4D67-B3ED-B5768577F4E9}" dt="2023-11-28T18:12:07.356" v="1379" actId="1076"/>
          <ac:picMkLst>
            <pc:docMk/>
            <pc:sldMk cId="904127666" sldId="259"/>
            <ac:picMk id="5" creationId="{C2F05E3D-8429-13A1-E901-5884A34F09EB}"/>
          </ac:picMkLst>
        </pc:picChg>
        <pc:picChg chg="add mod">
          <ac:chgData name="Aditya Thakare" userId="c4056d686f250dbc" providerId="LiveId" clId="{ADF5EAFE-B201-4D67-B3ED-B5768577F4E9}" dt="2023-11-28T18:12:01.169" v="1378"/>
          <ac:picMkLst>
            <pc:docMk/>
            <pc:sldMk cId="904127666" sldId="259"/>
            <ac:picMk id="6" creationId="{6186B218-093D-CDB2-7385-FADBC692065F}"/>
          </ac:picMkLst>
        </pc:picChg>
        <pc:picChg chg="add mod">
          <ac:chgData name="Aditya Thakare" userId="c4056d686f250dbc" providerId="LiveId" clId="{ADF5EAFE-B201-4D67-B3ED-B5768577F4E9}" dt="2023-11-28T18:12:01.169" v="1378"/>
          <ac:picMkLst>
            <pc:docMk/>
            <pc:sldMk cId="904127666" sldId="259"/>
            <ac:picMk id="7" creationId="{2534DDE2-4C3F-D2BB-D6E3-14961DED6C90}"/>
          </ac:picMkLst>
        </pc:picChg>
      </pc:sldChg>
      <pc:sldChg chg="addSp delSp modSp mod setBg delDesignElem">
        <pc:chgData name="Aditya Thakare" userId="c4056d686f250dbc" providerId="LiveId" clId="{ADF5EAFE-B201-4D67-B3ED-B5768577F4E9}" dt="2023-11-28T18:12:19.229" v="1381"/>
        <pc:sldMkLst>
          <pc:docMk/>
          <pc:sldMk cId="3101200236" sldId="262"/>
        </pc:sldMkLst>
        <pc:spChg chg="mod">
          <ac:chgData name="Aditya Thakare" userId="c4056d686f250dbc" providerId="LiveId" clId="{ADF5EAFE-B201-4D67-B3ED-B5768577F4E9}" dt="2023-11-28T17:59:13.907" v="1170" actId="255"/>
          <ac:spMkLst>
            <pc:docMk/>
            <pc:sldMk cId="3101200236" sldId="262"/>
            <ac:spMk id="2" creationId="{28C87319-0446-DB03-3EEF-C06F99F2F630}"/>
          </ac:spMkLst>
        </pc:spChg>
        <pc:spChg chg="mod ord">
          <ac:chgData name="Aditya Thakare" userId="c4056d686f250dbc" providerId="LiveId" clId="{ADF5EAFE-B201-4D67-B3ED-B5768577F4E9}" dt="2023-11-28T17:59:00.776" v="1168" actId="1076"/>
          <ac:spMkLst>
            <pc:docMk/>
            <pc:sldMk cId="3101200236" sldId="262"/>
            <ac:spMk id="4" creationId="{E36846D2-62DB-F9F2-0CAF-078DB0F23F79}"/>
          </ac:spMkLst>
        </pc:spChg>
        <pc:spChg chg="add del mod">
          <ac:chgData name="Aditya Thakare" userId="c4056d686f250dbc" providerId="LiveId" clId="{ADF5EAFE-B201-4D67-B3ED-B5768577F4E9}" dt="2023-11-28T17:58:36.909" v="1160" actId="478"/>
          <ac:spMkLst>
            <pc:docMk/>
            <pc:sldMk cId="3101200236" sldId="262"/>
            <ac:spMk id="7" creationId="{A04983D7-F3AC-13E1-4D4A-4CF99197B9FA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101200236" sldId="262"/>
            <ac:spMk id="8" creationId="{B34F5AD2-EDBD-4BBD-A55C-EAFFD0C7097A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101200236" sldId="262"/>
            <ac:spMk id="10" creationId="{C3896A03-3945-419A-B66B-4EE266EDD152}"/>
          </ac:spMkLst>
        </pc:spChg>
        <pc:spChg chg="add del">
          <ac:chgData name="Aditya Thakare" userId="c4056d686f250dbc" providerId="LiveId" clId="{ADF5EAFE-B201-4D67-B3ED-B5768577F4E9}" dt="2023-11-28T17:58:35.174" v="1156" actId="26606"/>
          <ac:spMkLst>
            <pc:docMk/>
            <pc:sldMk cId="3101200236" sldId="262"/>
            <ac:spMk id="11" creationId="{B1595A09-E336-4D1B-9B3A-06A2287A54E2}"/>
          </ac:spMkLst>
        </pc:spChg>
        <pc:spChg chg="add del">
          <ac:chgData name="Aditya Thakare" userId="c4056d686f250dbc" providerId="LiveId" clId="{ADF5EAFE-B201-4D67-B3ED-B5768577F4E9}" dt="2023-11-28T17:58:35.174" v="1156" actId="26606"/>
          <ac:spMkLst>
            <pc:docMk/>
            <pc:sldMk cId="3101200236" sldId="262"/>
            <ac:spMk id="12" creationId="{3540989C-C7B8-473B-BF87-6F2DA6A90006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101200236" sldId="262"/>
            <ac:spMk id="13" creationId="{450D3AD2-FA80-415F-A9CE-54D884561CD7}"/>
          </ac:spMkLst>
        </pc:spChg>
        <pc:spChg chg="add del">
          <ac:chgData name="Aditya Thakare" userId="c4056d686f250dbc" providerId="LiveId" clId="{ADF5EAFE-B201-4D67-B3ED-B5768577F4E9}" dt="2023-11-28T17:56:58.862" v="1129" actId="26606"/>
          <ac:spMkLst>
            <pc:docMk/>
            <pc:sldMk cId="3101200236" sldId="262"/>
            <ac:spMk id="14" creationId="{32AEEBC8-9D30-42EF-95F2-386C2653FBF0}"/>
          </ac:spMkLst>
        </pc:spChg>
        <pc:spChg chg="add del">
          <ac:chgData name="Aditya Thakare" userId="c4056d686f250dbc" providerId="LiveId" clId="{ADF5EAFE-B201-4D67-B3ED-B5768577F4E9}" dt="2023-11-28T17:56:58.862" v="1129" actId="26606"/>
          <ac:spMkLst>
            <pc:docMk/>
            <pc:sldMk cId="3101200236" sldId="262"/>
            <ac:spMk id="16" creationId="{2E92FA66-67D7-4CB4-94D3-E643A9AD4757}"/>
          </ac:spMkLst>
        </pc:spChg>
        <pc:spChg chg="add del">
          <ac:chgData name="Aditya Thakare" userId="c4056d686f250dbc" providerId="LiveId" clId="{ADF5EAFE-B201-4D67-B3ED-B5768577F4E9}" dt="2023-11-28T17:58:34.144" v="1154" actId="26606"/>
          <ac:spMkLst>
            <pc:docMk/>
            <pc:sldMk cId="3101200236" sldId="262"/>
            <ac:spMk id="17" creationId="{C3896A03-3945-419A-B66B-4EE266EDD152}"/>
          </ac:spMkLst>
        </pc:spChg>
        <pc:spChg chg="add del">
          <ac:chgData name="Aditya Thakare" userId="c4056d686f250dbc" providerId="LiveId" clId="{ADF5EAFE-B201-4D67-B3ED-B5768577F4E9}" dt="2023-11-28T17:58:34.144" v="1154" actId="26606"/>
          <ac:spMkLst>
            <pc:docMk/>
            <pc:sldMk cId="3101200236" sldId="262"/>
            <ac:spMk id="19" creationId="{B34F5AD2-EDBD-4BBD-A55C-EAFFD0C7097A}"/>
          </ac:spMkLst>
        </pc:spChg>
        <pc:spChg chg="add del">
          <ac:chgData name="Aditya Thakare" userId="c4056d686f250dbc" providerId="LiveId" clId="{ADF5EAFE-B201-4D67-B3ED-B5768577F4E9}" dt="2023-11-28T17:58:34.144" v="1154" actId="26606"/>
          <ac:spMkLst>
            <pc:docMk/>
            <pc:sldMk cId="3101200236" sldId="262"/>
            <ac:spMk id="21" creationId="{450D3AD2-FA80-415F-A9CE-54D884561CD7}"/>
          </ac:spMkLst>
        </pc:spChg>
        <pc:picChg chg="add del mod">
          <ac:chgData name="Aditya Thakare" userId="c4056d686f250dbc" providerId="LiveId" clId="{ADF5EAFE-B201-4D67-B3ED-B5768577F4E9}" dt="2023-11-28T17:58:40.693" v="1161" actId="26606"/>
          <ac:picMkLst>
            <pc:docMk/>
            <pc:sldMk cId="3101200236" sldId="262"/>
            <ac:picMk id="5" creationId="{03204B4B-3C71-E3C5-4126-54057CDA5F6A}"/>
          </ac:picMkLst>
        </pc:picChg>
        <pc:picChg chg="add del mod">
          <ac:chgData name="Aditya Thakare" userId="c4056d686f250dbc" providerId="LiveId" clId="{ADF5EAFE-B201-4D67-B3ED-B5768577F4E9}" dt="2023-11-28T17:58:35.768" v="1158" actId="931"/>
          <ac:picMkLst>
            <pc:docMk/>
            <pc:sldMk cId="3101200236" sldId="262"/>
            <ac:picMk id="9" creationId="{6F4AAF65-E04E-CD2D-896B-641BCB2B6A39}"/>
          </ac:picMkLst>
        </pc:picChg>
        <pc:picChg chg="add mod">
          <ac:chgData name="Aditya Thakare" userId="c4056d686f250dbc" providerId="LiveId" clId="{ADF5EAFE-B201-4D67-B3ED-B5768577F4E9}" dt="2023-11-28T18:12:19.229" v="1381"/>
          <ac:picMkLst>
            <pc:docMk/>
            <pc:sldMk cId="3101200236" sldId="262"/>
            <ac:picMk id="15" creationId="{A3398945-35D1-7945-BC9D-61519F0FB943}"/>
          </ac:picMkLst>
        </pc:picChg>
        <pc:picChg chg="add mod">
          <ac:chgData name="Aditya Thakare" userId="c4056d686f250dbc" providerId="LiveId" clId="{ADF5EAFE-B201-4D67-B3ED-B5768577F4E9}" dt="2023-11-28T18:12:19.229" v="1381"/>
          <ac:picMkLst>
            <pc:docMk/>
            <pc:sldMk cId="3101200236" sldId="262"/>
            <ac:picMk id="18" creationId="{32D17DEF-D2C7-56EF-B4B6-143FED8F0B85}"/>
          </ac:picMkLst>
        </pc:picChg>
      </pc:sldChg>
      <pc:sldChg chg="addSp delSp modSp mod setBg">
        <pc:chgData name="Aditya Thakare" userId="c4056d686f250dbc" providerId="LiveId" clId="{ADF5EAFE-B201-4D67-B3ED-B5768577F4E9}" dt="2023-11-28T18:20:59.071" v="1450" actId="1076"/>
        <pc:sldMkLst>
          <pc:docMk/>
          <pc:sldMk cId="1844997427" sldId="263"/>
        </pc:sldMkLst>
        <pc:spChg chg="mod">
          <ac:chgData name="Aditya Thakare" userId="c4056d686f250dbc" providerId="LiveId" clId="{ADF5EAFE-B201-4D67-B3ED-B5768577F4E9}" dt="2023-11-28T18:19:42.992" v="1441" actId="26606"/>
          <ac:spMkLst>
            <pc:docMk/>
            <pc:sldMk cId="1844997427" sldId="263"/>
            <ac:spMk id="2" creationId="{EB2FB4DC-F15F-AF89-B69D-02012545A8C3}"/>
          </ac:spMkLst>
        </pc:spChg>
        <pc:spChg chg="add del mod ord">
          <ac:chgData name="Aditya Thakare" userId="c4056d686f250dbc" providerId="LiveId" clId="{ADF5EAFE-B201-4D67-B3ED-B5768577F4E9}" dt="2023-11-28T18:20:49.380" v="1449" actId="26606"/>
          <ac:spMkLst>
            <pc:docMk/>
            <pc:sldMk cId="1844997427" sldId="263"/>
            <ac:spMk id="4" creationId="{827F7F17-21E5-B43C-ECC2-AE3D895ADFAF}"/>
          </ac:spMkLst>
        </pc:spChg>
        <pc:spChg chg="add del mod">
          <ac:chgData name="Aditya Thakare" userId="c4056d686f250dbc" providerId="LiveId" clId="{ADF5EAFE-B201-4D67-B3ED-B5768577F4E9}" dt="2023-11-28T18:01:36.879" v="1215" actId="478"/>
          <ac:spMkLst>
            <pc:docMk/>
            <pc:sldMk cId="1844997427" sldId="263"/>
            <ac:spMk id="7" creationId="{8E0C270D-B17D-4159-03A4-D9BBDF75F9C2}"/>
          </ac:spMkLst>
        </pc:spChg>
        <pc:spChg chg="add del">
          <ac:chgData name="Aditya Thakare" userId="c4056d686f250dbc" providerId="LiveId" clId="{ADF5EAFE-B201-4D67-B3ED-B5768577F4E9}" dt="2023-11-28T18:02:10.609" v="1232" actId="26606"/>
          <ac:spMkLst>
            <pc:docMk/>
            <pc:sldMk cId="1844997427" sldId="263"/>
            <ac:spMk id="11" creationId="{A8908DB7-C3A6-4FCB-9820-CEE02B398C4A}"/>
          </ac:spMkLst>
        </pc:spChg>
        <pc:spChg chg="add del">
          <ac:chgData name="Aditya Thakare" userId="c4056d686f250dbc" providerId="LiveId" clId="{ADF5EAFE-B201-4D67-B3ED-B5768577F4E9}" dt="2023-11-28T18:02:10.609" v="1232" actId="26606"/>
          <ac:spMkLst>
            <pc:docMk/>
            <pc:sldMk cId="1844997427" sldId="263"/>
            <ac:spMk id="12" creationId="{535742DD-1B16-4E9D-B715-0D74B4574A68}"/>
          </ac:spMkLst>
        </pc:spChg>
        <pc:spChg chg="add del">
          <ac:chgData name="Aditya Thakare" userId="c4056d686f250dbc" providerId="LiveId" clId="{ADF5EAFE-B201-4D67-B3ED-B5768577F4E9}" dt="2023-11-28T18:02:32.575" v="1234" actId="26606"/>
          <ac:spMkLst>
            <pc:docMk/>
            <pc:sldMk cId="1844997427" sldId="263"/>
            <ac:spMk id="15" creationId="{8B3A2D1A-45FC-4F95-B150-1C13EF2F6D09}"/>
          </ac:spMkLst>
        </pc:spChg>
        <pc:spChg chg="add del">
          <ac:chgData name="Aditya Thakare" userId="c4056d686f250dbc" providerId="LiveId" clId="{ADF5EAFE-B201-4D67-B3ED-B5768577F4E9}" dt="2023-11-28T18:01:50.579" v="1222" actId="26606"/>
          <ac:spMkLst>
            <pc:docMk/>
            <pc:sldMk cId="1844997427" sldId="263"/>
            <ac:spMk id="16" creationId="{6357EC4F-235E-4222-A36F-C7878ACE37F2}"/>
          </ac:spMkLst>
        </pc:spChg>
        <pc:spChg chg="add del">
          <ac:chgData name="Aditya Thakare" userId="c4056d686f250dbc" providerId="LiveId" clId="{ADF5EAFE-B201-4D67-B3ED-B5768577F4E9}" dt="2023-11-28T18:01:50.579" v="1222" actId="26606"/>
          <ac:spMkLst>
            <pc:docMk/>
            <pc:sldMk cId="1844997427" sldId="263"/>
            <ac:spMk id="17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8:01:54.503" v="1226" actId="26606"/>
          <ac:spMkLst>
            <pc:docMk/>
            <pc:sldMk cId="1844997427" sldId="263"/>
            <ac:spMk id="18" creationId="{450D3AD2-FA80-415F-A9CE-54D884561CD7}"/>
          </ac:spMkLst>
        </pc:spChg>
        <pc:spChg chg="add del">
          <ac:chgData name="Aditya Thakare" userId="c4056d686f250dbc" providerId="LiveId" clId="{ADF5EAFE-B201-4D67-B3ED-B5768577F4E9}" dt="2023-11-28T18:01:52.769" v="1224" actId="26606"/>
          <ac:spMkLst>
            <pc:docMk/>
            <pc:sldMk cId="1844997427" sldId="263"/>
            <ac:spMk id="19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8:01:52.769" v="1224" actId="26606"/>
          <ac:spMkLst>
            <pc:docMk/>
            <pc:sldMk cId="1844997427" sldId="263"/>
            <ac:spMk id="20" creationId="{CD8B4F24-440B-49E9-B85D-733523DC064B}"/>
          </ac:spMkLst>
        </pc:spChg>
        <pc:spChg chg="add del">
          <ac:chgData name="Aditya Thakare" userId="c4056d686f250dbc" providerId="LiveId" clId="{ADF5EAFE-B201-4D67-B3ED-B5768577F4E9}" dt="2023-11-28T18:02:32.575" v="1234" actId="26606"/>
          <ac:spMkLst>
            <pc:docMk/>
            <pc:sldMk cId="1844997427" sldId="263"/>
            <ac:spMk id="21" creationId="{F3768FD5-DD7A-43C7-8DEA-1F5DB3CB5B95}"/>
          </ac:spMkLst>
        </pc:spChg>
        <pc:spChg chg="add del">
          <ac:chgData name="Aditya Thakare" userId="c4056d686f250dbc" providerId="LiveId" clId="{ADF5EAFE-B201-4D67-B3ED-B5768577F4E9}" dt="2023-11-28T18:01:54.503" v="1226" actId="26606"/>
          <ac:spMkLst>
            <pc:docMk/>
            <pc:sldMk cId="1844997427" sldId="263"/>
            <ac:spMk id="22" creationId="{C3896A03-3945-419A-B66B-4EE266EDD152}"/>
          </ac:spMkLst>
        </pc:spChg>
        <pc:spChg chg="add del">
          <ac:chgData name="Aditya Thakare" userId="c4056d686f250dbc" providerId="LiveId" clId="{ADF5EAFE-B201-4D67-B3ED-B5768577F4E9}" dt="2023-11-28T18:01:54.503" v="1226" actId="26606"/>
          <ac:spMkLst>
            <pc:docMk/>
            <pc:sldMk cId="1844997427" sldId="263"/>
            <ac:spMk id="23" creationId="{B34F5AD2-EDBD-4BBD-A55C-EAFFD0C7097A}"/>
          </ac:spMkLst>
        </pc:spChg>
        <pc:spChg chg="add del">
          <ac:chgData name="Aditya Thakare" userId="c4056d686f250dbc" providerId="LiveId" clId="{ADF5EAFE-B201-4D67-B3ED-B5768577F4E9}" dt="2023-11-28T18:19:42.992" v="1441" actId="26606"/>
          <ac:spMkLst>
            <pc:docMk/>
            <pc:sldMk cId="1844997427" sldId="263"/>
            <ac:spMk id="24" creationId="{B1595A09-E336-4D1B-9B3A-06A2287A54E2}"/>
          </ac:spMkLst>
        </pc:spChg>
        <pc:spChg chg="add del">
          <ac:chgData name="Aditya Thakare" userId="c4056d686f250dbc" providerId="LiveId" clId="{ADF5EAFE-B201-4D67-B3ED-B5768577F4E9}" dt="2023-11-28T18:01:57.992" v="1228" actId="26606"/>
          <ac:spMkLst>
            <pc:docMk/>
            <pc:sldMk cId="1844997427" sldId="263"/>
            <ac:spMk id="25" creationId="{7ED7575E-88D2-B771-681D-46A7E55415DD}"/>
          </ac:spMkLst>
        </pc:spChg>
        <pc:spChg chg="add del">
          <ac:chgData name="Aditya Thakare" userId="c4056d686f250dbc" providerId="LiveId" clId="{ADF5EAFE-B201-4D67-B3ED-B5768577F4E9}" dt="2023-11-28T18:19:42.992" v="1441" actId="26606"/>
          <ac:spMkLst>
            <pc:docMk/>
            <pc:sldMk cId="1844997427" sldId="263"/>
            <ac:spMk id="27" creationId="{3540989C-C7B8-473B-BF87-6F2DA6A90006}"/>
          </ac:spMkLst>
        </pc:spChg>
        <pc:graphicFrameChg chg="add del">
          <ac:chgData name="Aditya Thakare" userId="c4056d686f250dbc" providerId="LiveId" clId="{ADF5EAFE-B201-4D67-B3ED-B5768577F4E9}" dt="2023-11-28T18:20:49.380" v="1449" actId="26606"/>
          <ac:graphicFrameMkLst>
            <pc:docMk/>
            <pc:sldMk cId="1844997427" sldId="263"/>
            <ac:graphicFrameMk id="28" creationId="{298BCE76-02D7-0D0F-0AB9-27B842333610}"/>
          </ac:graphicFrameMkLst>
        </pc:graphicFrameChg>
        <pc:picChg chg="del">
          <ac:chgData name="Aditya Thakare" userId="c4056d686f250dbc" providerId="LiveId" clId="{ADF5EAFE-B201-4D67-B3ED-B5768577F4E9}" dt="2023-11-28T18:01:36.207" v="1214" actId="478"/>
          <ac:picMkLst>
            <pc:docMk/>
            <pc:sldMk cId="1844997427" sldId="263"/>
            <ac:picMk id="5" creationId="{1D9E0757-FC71-006C-B231-DA0C0BAA4D9A}"/>
          </ac:picMkLst>
        </pc:picChg>
        <pc:picChg chg="add mod">
          <ac:chgData name="Aditya Thakare" userId="c4056d686f250dbc" providerId="LiveId" clId="{ADF5EAFE-B201-4D67-B3ED-B5768577F4E9}" dt="2023-11-28T18:19:42.992" v="1441" actId="26606"/>
          <ac:picMkLst>
            <pc:docMk/>
            <pc:sldMk cId="1844997427" sldId="263"/>
            <ac:picMk id="9" creationId="{B2ABD0B8-3C66-0D25-D26C-EEC5DEC31EC5}"/>
          </ac:picMkLst>
        </pc:picChg>
        <pc:picChg chg="add mod">
          <ac:chgData name="Aditya Thakare" userId="c4056d686f250dbc" providerId="LiveId" clId="{ADF5EAFE-B201-4D67-B3ED-B5768577F4E9}" dt="2023-11-28T18:20:59.071" v="1450" actId="1076"/>
          <ac:picMkLst>
            <pc:docMk/>
            <pc:sldMk cId="1844997427" sldId="263"/>
            <ac:picMk id="10" creationId="{E9A5EE44-4308-575E-3F70-6B8692BE1C16}"/>
          </ac:picMkLst>
        </pc:picChg>
        <pc:picChg chg="add mod">
          <ac:chgData name="Aditya Thakare" userId="c4056d686f250dbc" providerId="LiveId" clId="{ADF5EAFE-B201-4D67-B3ED-B5768577F4E9}" dt="2023-11-28T18:19:25.846" v="1439"/>
          <ac:picMkLst>
            <pc:docMk/>
            <pc:sldMk cId="1844997427" sldId="263"/>
            <ac:picMk id="13" creationId="{118EF7B6-0FEF-CE47-4424-DE0E90AB5304}"/>
          </ac:picMkLst>
        </pc:picChg>
        <pc:cxnChg chg="add del">
          <ac:chgData name="Aditya Thakare" userId="c4056d686f250dbc" providerId="LiveId" clId="{ADF5EAFE-B201-4D67-B3ED-B5768577F4E9}" dt="2023-11-28T18:01:49.405" v="1220" actId="26606"/>
          <ac:cxnSpMkLst>
            <pc:docMk/>
            <pc:sldMk cId="1844997427" sldId="263"/>
            <ac:cxnSpMk id="14" creationId="{1503BFE4-729B-D9D0-C17B-501E6AF1127A}"/>
          </ac:cxnSpMkLst>
        </pc:cxnChg>
        <pc:cxnChg chg="add del">
          <ac:chgData name="Aditya Thakare" userId="c4056d686f250dbc" providerId="LiveId" clId="{ADF5EAFE-B201-4D67-B3ED-B5768577F4E9}" dt="2023-11-28T18:01:57.992" v="1228" actId="26606"/>
          <ac:cxnSpMkLst>
            <pc:docMk/>
            <pc:sldMk cId="1844997427" sldId="263"/>
            <ac:cxnSpMk id="26" creationId="{249EDD1B-F94D-B4E6-ACAA-566B9A26FDE3}"/>
          </ac:cxnSpMkLst>
        </pc:cxnChg>
      </pc:sldChg>
      <pc:sldChg chg="addSp delSp modSp mod setBg delDesignElem">
        <pc:chgData name="Aditya Thakare" userId="c4056d686f250dbc" providerId="LiveId" clId="{ADF5EAFE-B201-4D67-B3ED-B5768577F4E9}" dt="2023-11-28T18:12:13.136" v="1380"/>
        <pc:sldMkLst>
          <pc:docMk/>
          <pc:sldMk cId="1398843005" sldId="264"/>
        </pc:sldMkLst>
        <pc:spChg chg="mod">
          <ac:chgData name="Aditya Thakare" userId="c4056d686f250dbc" providerId="LiveId" clId="{ADF5EAFE-B201-4D67-B3ED-B5768577F4E9}" dt="2023-11-28T18:00:41.380" v="1201" actId="27636"/>
          <ac:spMkLst>
            <pc:docMk/>
            <pc:sldMk cId="1398843005" sldId="264"/>
            <ac:spMk id="2" creationId="{D4B9C226-E53B-2595-C57C-CD963EDE650E}"/>
          </ac:spMkLst>
        </pc:spChg>
        <pc:spChg chg="mod">
          <ac:chgData name="Aditya Thakare" userId="c4056d686f250dbc" providerId="LiveId" clId="{ADF5EAFE-B201-4D67-B3ED-B5768577F4E9}" dt="2023-11-28T18:10:44.392" v="1372"/>
          <ac:spMkLst>
            <pc:docMk/>
            <pc:sldMk cId="1398843005" sldId="264"/>
            <ac:spMk id="4" creationId="{30EB79B0-A4AE-91C5-D7B0-FED52FEAAA0E}"/>
          </ac:spMkLst>
        </pc:spChg>
        <pc:spChg chg="add del mod">
          <ac:chgData name="Aditya Thakare" userId="c4056d686f250dbc" providerId="LiveId" clId="{ADF5EAFE-B201-4D67-B3ED-B5768577F4E9}" dt="2023-11-28T17:54:35.432" v="1118" actId="478"/>
          <ac:spMkLst>
            <pc:docMk/>
            <pc:sldMk cId="1398843005" sldId="264"/>
            <ac:spMk id="7" creationId="{3EBD38E0-478D-0D4F-C698-840333CDF5FD}"/>
          </ac:spMkLst>
        </pc:spChg>
        <pc:spChg chg="add del">
          <ac:chgData name="Aditya Thakare" userId="c4056d686f250dbc" providerId="LiveId" clId="{ADF5EAFE-B201-4D67-B3ED-B5768577F4E9}" dt="2023-11-28T18:00:27.504" v="1195" actId="26606"/>
          <ac:spMkLst>
            <pc:docMk/>
            <pc:sldMk cId="1398843005" sldId="264"/>
            <ac:spMk id="14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8:00:27.504" v="1195" actId="26606"/>
          <ac:spMkLst>
            <pc:docMk/>
            <pc:sldMk cId="1398843005" sldId="264"/>
            <ac:spMk id="16" creationId="{CD8B4F24-440B-49E9-B85D-733523DC064B}"/>
          </ac:spMkLst>
        </pc:spChg>
        <pc:spChg chg="add del">
          <ac:chgData name="Aditya Thakare" userId="c4056d686f250dbc" providerId="LiveId" clId="{ADF5EAFE-B201-4D67-B3ED-B5768577F4E9}" dt="2023-11-28T18:00:27.488" v="1194" actId="26606"/>
          <ac:spMkLst>
            <pc:docMk/>
            <pc:sldMk cId="1398843005" sldId="264"/>
            <ac:spMk id="21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8:00:27.488" v="1194" actId="26606"/>
          <ac:spMkLst>
            <pc:docMk/>
            <pc:sldMk cId="1398843005" sldId="264"/>
            <ac:spMk id="23" creationId="{CD8B4F24-440B-49E9-B85D-733523DC064B}"/>
          </ac:spMkLst>
        </pc:spChg>
        <pc:picChg chg="del">
          <ac:chgData name="Aditya Thakare" userId="c4056d686f250dbc" providerId="LiveId" clId="{ADF5EAFE-B201-4D67-B3ED-B5768577F4E9}" dt="2023-11-28T17:54:34.656" v="1117" actId="478"/>
          <ac:picMkLst>
            <pc:docMk/>
            <pc:sldMk cId="1398843005" sldId="264"/>
            <ac:picMk id="5" creationId="{75BE7EA6-5512-CDC9-0032-E1C9E21F9F5D}"/>
          </ac:picMkLst>
        </pc:picChg>
        <pc:picChg chg="add mod">
          <ac:chgData name="Aditya Thakare" userId="c4056d686f250dbc" providerId="LiveId" clId="{ADF5EAFE-B201-4D67-B3ED-B5768577F4E9}" dt="2023-11-28T18:00:27.504" v="1195" actId="26606"/>
          <ac:picMkLst>
            <pc:docMk/>
            <pc:sldMk cId="1398843005" sldId="264"/>
            <ac:picMk id="9" creationId="{CD3CDFEE-1E0F-5F38-66B7-3174CD161A0E}"/>
          </ac:picMkLst>
        </pc:picChg>
        <pc:picChg chg="add mod">
          <ac:chgData name="Aditya Thakare" userId="c4056d686f250dbc" providerId="LiveId" clId="{ADF5EAFE-B201-4D67-B3ED-B5768577F4E9}" dt="2023-11-28T18:12:13.136" v="1380"/>
          <ac:picMkLst>
            <pc:docMk/>
            <pc:sldMk cId="1398843005" sldId="264"/>
            <ac:picMk id="10" creationId="{01A8C19E-8585-19C0-F3E7-08EC68C3B51F}"/>
          </ac:picMkLst>
        </pc:picChg>
        <pc:picChg chg="add mod">
          <ac:chgData name="Aditya Thakare" userId="c4056d686f250dbc" providerId="LiveId" clId="{ADF5EAFE-B201-4D67-B3ED-B5768577F4E9}" dt="2023-11-28T18:12:13.136" v="1380"/>
          <ac:picMkLst>
            <pc:docMk/>
            <pc:sldMk cId="1398843005" sldId="264"/>
            <ac:picMk id="11" creationId="{EAA522B5-8529-C4DB-DC64-F7D82A69C59B}"/>
          </ac:picMkLst>
        </pc:picChg>
        <pc:cxnChg chg="add del">
          <ac:chgData name="Aditya Thakare" userId="c4056d686f250dbc" providerId="LiveId" clId="{ADF5EAFE-B201-4D67-B3ED-B5768577F4E9}" dt="2023-11-28T18:10:44.392" v="1372"/>
          <ac:cxnSpMkLst>
            <pc:docMk/>
            <pc:sldMk cId="1398843005" sldId="264"/>
            <ac:cxnSpMk id="25" creationId="{1503BFE4-729B-D9D0-C17B-501E6AF1127A}"/>
          </ac:cxnSpMkLst>
        </pc:cxnChg>
      </pc:sldChg>
      <pc:sldChg chg="addSp delSp modSp mod setBg delDesignElem">
        <pc:chgData name="Aditya Thakare" userId="c4056d686f250dbc" providerId="LiveId" clId="{ADF5EAFE-B201-4D67-B3ED-B5768577F4E9}" dt="2023-11-28T18:12:35.575" v="1383" actId="1036"/>
        <pc:sldMkLst>
          <pc:docMk/>
          <pc:sldMk cId="3330438374" sldId="267"/>
        </pc:sldMkLst>
        <pc:spChg chg="mod ord">
          <ac:chgData name="Aditya Thakare" userId="c4056d686f250dbc" providerId="LiveId" clId="{ADF5EAFE-B201-4D67-B3ED-B5768577F4E9}" dt="2023-11-28T18:10:44.392" v="1372"/>
          <ac:spMkLst>
            <pc:docMk/>
            <pc:sldMk cId="3330438374" sldId="267"/>
            <ac:spMk id="2" creationId="{E7055A3E-3B73-40F3-8444-FDBFB3DAE8DC}"/>
          </ac:spMkLst>
        </pc:spChg>
        <pc:spChg chg="mod">
          <ac:chgData name="Aditya Thakare" userId="c4056d686f250dbc" providerId="LiveId" clId="{ADF5EAFE-B201-4D67-B3ED-B5768577F4E9}" dt="2023-11-28T18:10:44.392" v="1372"/>
          <ac:spMkLst>
            <pc:docMk/>
            <pc:sldMk cId="3330438374" sldId="267"/>
            <ac:spMk id="4" creationId="{C4F6EEA0-0A8D-DD31-FB14-A37B97B106C1}"/>
          </ac:spMkLst>
        </pc:spChg>
        <pc:spChg chg="add del">
          <ac:chgData name="Aditya Thakare" userId="c4056d686f250dbc" providerId="LiveId" clId="{ADF5EAFE-B201-4D67-B3ED-B5768577F4E9}" dt="2023-11-28T18:05:22.712" v="1259" actId="26606"/>
          <ac:spMkLst>
            <pc:docMk/>
            <pc:sldMk cId="3330438374" sldId="267"/>
            <ac:spMk id="10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8:05:22.712" v="1259" actId="26606"/>
          <ac:spMkLst>
            <pc:docMk/>
            <pc:sldMk cId="3330438374" sldId="267"/>
            <ac:spMk id="12" creationId="{CD8B4F24-440B-49E9-B85D-733523DC064B}"/>
          </ac:spMkLst>
        </pc:spChg>
        <pc:spChg chg="add del">
          <ac:chgData name="Aditya Thakare" userId="c4056d686f250dbc" providerId="LiveId" clId="{ADF5EAFE-B201-4D67-B3ED-B5768577F4E9}" dt="2023-11-28T18:07:54.339" v="1304" actId="26606"/>
          <ac:spMkLst>
            <pc:docMk/>
            <pc:sldMk cId="3330438374" sldId="267"/>
            <ac:spMk id="14" creationId="{04812C46-200A-4DEB-A05E-3ED6C68C2387}"/>
          </ac:spMkLst>
        </pc:spChg>
        <pc:spChg chg="add del">
          <ac:chgData name="Aditya Thakare" userId="c4056d686f250dbc" providerId="LiveId" clId="{ADF5EAFE-B201-4D67-B3ED-B5768577F4E9}" dt="2023-11-28T18:07:54.339" v="1304" actId="26606"/>
          <ac:spMkLst>
            <pc:docMk/>
            <pc:sldMk cId="3330438374" sldId="267"/>
            <ac:spMk id="15" creationId="{D1EA859B-E555-4109-94F3-6700E046E008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330438374" sldId="267"/>
            <ac:spMk id="20" creationId="{4F7EBAE4-9945-4473-9E34-B2C66EA0F03D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330438374" sldId="267"/>
            <ac:spMk id="22" creationId="{70BEB1E7-2F88-40BC-B73D-42E5B6F80BFC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330438374" sldId="267"/>
            <ac:spMk id="24" creationId="{A7B99495-F43F-4D80-A44F-2CB4764EB90B}"/>
          </ac:spMkLst>
        </pc:spChg>
        <pc:picChg chg="mod ord">
          <ac:chgData name="Aditya Thakare" userId="c4056d686f250dbc" providerId="LiveId" clId="{ADF5EAFE-B201-4D67-B3ED-B5768577F4E9}" dt="2023-11-28T18:07:54.339" v="1304" actId="26606"/>
          <ac:picMkLst>
            <pc:docMk/>
            <pc:sldMk cId="3330438374" sldId="267"/>
            <ac:picMk id="5" creationId="{8B5E3900-5AF1-A2F0-DA34-849B216EBEA9}"/>
          </ac:picMkLst>
        </pc:picChg>
        <pc:picChg chg="add mod">
          <ac:chgData name="Aditya Thakare" userId="c4056d686f250dbc" providerId="LiveId" clId="{ADF5EAFE-B201-4D67-B3ED-B5768577F4E9}" dt="2023-11-28T18:12:35.575" v="1383" actId="1036"/>
          <ac:picMkLst>
            <pc:docMk/>
            <pc:sldMk cId="3330438374" sldId="267"/>
            <ac:picMk id="6" creationId="{97CE845C-FE3F-88B6-2AC3-32B441AE0BE0}"/>
          </ac:picMkLst>
        </pc:picChg>
        <pc:picChg chg="add mod">
          <ac:chgData name="Aditya Thakare" userId="c4056d686f250dbc" providerId="LiveId" clId="{ADF5EAFE-B201-4D67-B3ED-B5768577F4E9}" dt="2023-11-28T18:12:35.575" v="1383" actId="1036"/>
          <ac:picMkLst>
            <pc:docMk/>
            <pc:sldMk cId="3330438374" sldId="267"/>
            <ac:picMk id="7" creationId="{689CA5EC-0F78-494D-31E3-BB3FA22BED11}"/>
          </ac:picMkLst>
        </pc:picChg>
      </pc:sldChg>
      <pc:sldChg chg="addSp delSp modSp mod setBg delDesignElem">
        <pc:chgData name="Aditya Thakare" userId="c4056d686f250dbc" providerId="LiveId" clId="{ADF5EAFE-B201-4D67-B3ED-B5768577F4E9}" dt="2023-11-28T18:12:38.137" v="1384"/>
        <pc:sldMkLst>
          <pc:docMk/>
          <pc:sldMk cId="2274562936" sldId="268"/>
        </pc:sldMkLst>
        <pc:spChg chg="mod ord">
          <ac:chgData name="Aditya Thakare" userId="c4056d686f250dbc" providerId="LiveId" clId="{ADF5EAFE-B201-4D67-B3ED-B5768577F4E9}" dt="2023-11-28T18:10:44.392" v="1372"/>
          <ac:spMkLst>
            <pc:docMk/>
            <pc:sldMk cId="2274562936" sldId="268"/>
            <ac:spMk id="2" creationId="{E1367F2A-8AFE-5416-B34C-6361C82B73A7}"/>
          </ac:spMkLst>
        </pc:spChg>
        <pc:spChg chg="add del mod">
          <ac:chgData name="Aditya Thakare" userId="c4056d686f250dbc" providerId="LiveId" clId="{ADF5EAFE-B201-4D67-B3ED-B5768577F4E9}" dt="2023-11-28T18:06:43.731" v="1296" actId="26606"/>
          <ac:spMkLst>
            <pc:docMk/>
            <pc:sldMk cId="2274562936" sldId="268"/>
            <ac:spMk id="4" creationId="{39C8394D-702D-EBEC-E0F8-DD58A53B0D72}"/>
          </ac:spMkLst>
        </pc:spChg>
        <pc:spChg chg="add del">
          <ac:chgData name="Aditya Thakare" userId="c4056d686f250dbc" providerId="LiveId" clId="{ADF5EAFE-B201-4D67-B3ED-B5768577F4E9}" dt="2023-11-28T18:06:18.910" v="1277" actId="26606"/>
          <ac:spMkLst>
            <pc:docMk/>
            <pc:sldMk cId="2274562936" sldId="268"/>
            <ac:spMk id="10" creationId="{9F7D5CDA-D291-4307-BF55-1381FED29634}"/>
          </ac:spMkLst>
        </pc:spChg>
        <pc:spChg chg="add del">
          <ac:chgData name="Aditya Thakare" userId="c4056d686f250dbc" providerId="LiveId" clId="{ADF5EAFE-B201-4D67-B3ED-B5768577F4E9}" dt="2023-11-28T18:06:18.910" v="1277" actId="26606"/>
          <ac:spMkLst>
            <pc:docMk/>
            <pc:sldMk cId="2274562936" sldId="268"/>
            <ac:spMk id="12" creationId="{59B296B9-C5A5-4E4F-9B60-C907B5F1466C}"/>
          </ac:spMkLst>
        </pc:spChg>
        <pc:spChg chg="add del">
          <ac:chgData name="Aditya Thakare" userId="c4056d686f250dbc" providerId="LiveId" clId="{ADF5EAFE-B201-4D67-B3ED-B5768577F4E9}" dt="2023-11-28T18:06:18.910" v="1277" actId="26606"/>
          <ac:spMkLst>
            <pc:docMk/>
            <pc:sldMk cId="2274562936" sldId="268"/>
            <ac:spMk id="14" creationId="{D0300FD3-5AF1-6305-15FA-9078072672E2}"/>
          </ac:spMkLst>
        </pc:spChg>
        <pc:spChg chg="add del">
          <ac:chgData name="Aditya Thakare" userId="c4056d686f250dbc" providerId="LiveId" clId="{ADF5EAFE-B201-4D67-B3ED-B5768577F4E9}" dt="2023-11-28T18:06:40.089" v="1291" actId="26606"/>
          <ac:spMkLst>
            <pc:docMk/>
            <pc:sldMk cId="2274562936" sldId="268"/>
            <ac:spMk id="15" creationId="{39C8394D-702D-EBEC-E0F8-DD58A53B0D72}"/>
          </ac:spMkLst>
        </pc:spChg>
        <pc:spChg chg="add del">
          <ac:chgData name="Aditya Thakare" userId="c4056d686f250dbc" providerId="LiveId" clId="{ADF5EAFE-B201-4D67-B3ED-B5768577F4E9}" dt="2023-11-28T18:06:20.477" v="1279" actId="26606"/>
          <ac:spMkLst>
            <pc:docMk/>
            <pc:sldMk cId="2274562936" sldId="268"/>
            <ac:spMk id="16" creationId="{F13C74B1-5B17-4795-BED0-7140497B445A}"/>
          </ac:spMkLst>
        </pc:spChg>
        <pc:spChg chg="add del">
          <ac:chgData name="Aditya Thakare" userId="c4056d686f250dbc" providerId="LiveId" clId="{ADF5EAFE-B201-4D67-B3ED-B5768577F4E9}" dt="2023-11-28T18:06:20.477" v="1279" actId="26606"/>
          <ac:spMkLst>
            <pc:docMk/>
            <pc:sldMk cId="2274562936" sldId="268"/>
            <ac:spMk id="17" creationId="{D4974D33-8DC5-464E-8C6D-BE58F0669C17}"/>
          </ac:spMkLst>
        </pc:spChg>
        <pc:spChg chg="add del">
          <ac:chgData name="Aditya Thakare" userId="c4056d686f250dbc" providerId="LiveId" clId="{ADF5EAFE-B201-4D67-B3ED-B5768577F4E9}" dt="2023-11-28T18:06:40.604" v="1293" actId="26606"/>
          <ac:spMkLst>
            <pc:docMk/>
            <pc:sldMk cId="2274562936" sldId="268"/>
            <ac:spMk id="18" creationId="{4F7EBAE4-9945-4473-9E34-B2C66EA0F03D}"/>
          </ac:spMkLst>
        </pc:spChg>
        <pc:spChg chg="add del">
          <ac:chgData name="Aditya Thakare" userId="c4056d686f250dbc" providerId="LiveId" clId="{ADF5EAFE-B201-4D67-B3ED-B5768577F4E9}" dt="2023-11-28T18:06:21.961" v="1281" actId="26606"/>
          <ac:spMkLst>
            <pc:docMk/>
            <pc:sldMk cId="2274562936" sldId="268"/>
            <ac:spMk id="19" creationId="{4F7EBAE4-9945-4473-9E34-B2C66EA0F03D}"/>
          </ac:spMkLst>
        </pc:spChg>
        <pc:spChg chg="add del">
          <ac:chgData name="Aditya Thakare" userId="c4056d686f250dbc" providerId="LiveId" clId="{ADF5EAFE-B201-4D67-B3ED-B5768577F4E9}" dt="2023-11-28T18:06:21.961" v="1281" actId="26606"/>
          <ac:spMkLst>
            <pc:docMk/>
            <pc:sldMk cId="2274562936" sldId="268"/>
            <ac:spMk id="20" creationId="{70BEB1E7-2F88-40BC-B73D-42E5B6F80BFC}"/>
          </ac:spMkLst>
        </pc:spChg>
        <pc:spChg chg="add del">
          <ac:chgData name="Aditya Thakare" userId="c4056d686f250dbc" providerId="LiveId" clId="{ADF5EAFE-B201-4D67-B3ED-B5768577F4E9}" dt="2023-11-28T18:06:21.961" v="1281" actId="26606"/>
          <ac:spMkLst>
            <pc:docMk/>
            <pc:sldMk cId="2274562936" sldId="268"/>
            <ac:spMk id="21" creationId="{A7B99495-F43F-4D80-A44F-2CB4764EB90B}"/>
          </ac:spMkLst>
        </pc:spChg>
        <pc:spChg chg="add del">
          <ac:chgData name="Aditya Thakare" userId="c4056d686f250dbc" providerId="LiveId" clId="{ADF5EAFE-B201-4D67-B3ED-B5768577F4E9}" dt="2023-11-28T18:06:40.604" v="1293" actId="26606"/>
          <ac:spMkLst>
            <pc:docMk/>
            <pc:sldMk cId="2274562936" sldId="268"/>
            <ac:spMk id="22" creationId="{39C8394D-702D-EBEC-E0F8-DD58A53B0D72}"/>
          </ac:spMkLst>
        </pc:spChg>
        <pc:spChg chg="add del">
          <ac:chgData name="Aditya Thakare" userId="c4056d686f250dbc" providerId="LiveId" clId="{ADF5EAFE-B201-4D67-B3ED-B5768577F4E9}" dt="2023-11-28T18:06:29.343" v="1283" actId="26606"/>
          <ac:spMkLst>
            <pc:docMk/>
            <pc:sldMk cId="2274562936" sldId="268"/>
            <ac:spMk id="23" creationId="{C0763A76-9F1C-4FC5-82B7-DD475DA461B2}"/>
          </ac:spMkLst>
        </pc:spChg>
        <pc:spChg chg="add del">
          <ac:chgData name="Aditya Thakare" userId="c4056d686f250dbc" providerId="LiveId" clId="{ADF5EAFE-B201-4D67-B3ED-B5768577F4E9}" dt="2023-11-28T18:06:29.343" v="1283" actId="26606"/>
          <ac:spMkLst>
            <pc:docMk/>
            <pc:sldMk cId="2274562936" sldId="268"/>
            <ac:spMk id="24" creationId="{E81BF4F6-F2CF-4984-9D14-D6966D92F99F}"/>
          </ac:spMkLst>
        </pc:spChg>
        <pc:spChg chg="add del">
          <ac:chgData name="Aditya Thakare" userId="c4056d686f250dbc" providerId="LiveId" clId="{ADF5EAFE-B201-4D67-B3ED-B5768577F4E9}" dt="2023-11-28T18:06:40.604" v="1293" actId="26606"/>
          <ac:spMkLst>
            <pc:docMk/>
            <pc:sldMk cId="2274562936" sldId="268"/>
            <ac:spMk id="25" creationId="{70BEB1E7-2F88-40BC-B73D-42E5B6F80BFC}"/>
          </ac:spMkLst>
        </pc:spChg>
        <pc:spChg chg="add del">
          <ac:chgData name="Aditya Thakare" userId="c4056d686f250dbc" providerId="LiveId" clId="{ADF5EAFE-B201-4D67-B3ED-B5768577F4E9}" dt="2023-11-28T18:06:40.604" v="1293" actId="26606"/>
          <ac:spMkLst>
            <pc:docMk/>
            <pc:sldMk cId="2274562936" sldId="268"/>
            <ac:spMk id="26" creationId="{A7B99495-F43F-4D80-A44F-2CB4764EB90B}"/>
          </ac:spMkLst>
        </pc:spChg>
        <pc:spChg chg="add del">
          <ac:chgData name="Aditya Thakare" userId="c4056d686f250dbc" providerId="LiveId" clId="{ADF5EAFE-B201-4D67-B3ED-B5768577F4E9}" dt="2023-11-28T18:06:43.715" v="1295" actId="26606"/>
          <ac:spMkLst>
            <pc:docMk/>
            <pc:sldMk cId="2274562936" sldId="268"/>
            <ac:spMk id="28" creationId="{C0763A76-9F1C-4FC5-82B7-DD475DA461B2}"/>
          </ac:spMkLst>
        </pc:spChg>
        <pc:spChg chg="add del">
          <ac:chgData name="Aditya Thakare" userId="c4056d686f250dbc" providerId="LiveId" clId="{ADF5EAFE-B201-4D67-B3ED-B5768577F4E9}" dt="2023-11-28T18:06:43.715" v="1295" actId="26606"/>
          <ac:spMkLst>
            <pc:docMk/>
            <pc:sldMk cId="2274562936" sldId="268"/>
            <ac:spMk id="29" creationId="{E81BF4F6-F2CF-4984-9D14-D6966D92F99F}"/>
          </ac:spMkLst>
        </pc:spChg>
        <pc:spChg chg="add del">
          <ac:chgData name="Aditya Thakare" userId="c4056d686f250dbc" providerId="LiveId" clId="{ADF5EAFE-B201-4D67-B3ED-B5768577F4E9}" dt="2023-11-28T18:06:43.715" v="1295" actId="26606"/>
          <ac:spMkLst>
            <pc:docMk/>
            <pc:sldMk cId="2274562936" sldId="268"/>
            <ac:spMk id="30" creationId="{39C8394D-702D-EBEC-E0F8-DD58A53B0D72}"/>
          </ac:spMkLst>
        </pc:spChg>
        <pc:spChg chg="add del">
          <ac:chgData name="Aditya Thakare" userId="c4056d686f250dbc" providerId="LiveId" clId="{ADF5EAFE-B201-4D67-B3ED-B5768577F4E9}" dt="2023-11-28T18:07:24.338" v="1297" actId="26606"/>
          <ac:spMkLst>
            <pc:docMk/>
            <pc:sldMk cId="2274562936" sldId="268"/>
            <ac:spMk id="32" creationId="{4F7EBAE4-9945-4473-9E34-B2C66EA0F03D}"/>
          </ac:spMkLst>
        </pc:spChg>
        <pc:spChg chg="add mod">
          <ac:chgData name="Aditya Thakare" userId="c4056d686f250dbc" providerId="LiveId" clId="{ADF5EAFE-B201-4D67-B3ED-B5768577F4E9}" dt="2023-11-28T18:07:32.338" v="1303" actId="404"/>
          <ac:spMkLst>
            <pc:docMk/>
            <pc:sldMk cId="2274562936" sldId="268"/>
            <ac:spMk id="33" creationId="{39C8394D-702D-EBEC-E0F8-DD58A53B0D72}"/>
          </ac:spMkLst>
        </pc:spChg>
        <pc:spChg chg="add del">
          <ac:chgData name="Aditya Thakare" userId="c4056d686f250dbc" providerId="LiveId" clId="{ADF5EAFE-B201-4D67-B3ED-B5768577F4E9}" dt="2023-11-28T18:07:24.338" v="1297" actId="26606"/>
          <ac:spMkLst>
            <pc:docMk/>
            <pc:sldMk cId="2274562936" sldId="268"/>
            <ac:spMk id="34" creationId="{70BEB1E7-2F88-40BC-B73D-42E5B6F80BFC}"/>
          </ac:spMkLst>
        </pc:spChg>
        <pc:spChg chg="add del">
          <ac:chgData name="Aditya Thakare" userId="c4056d686f250dbc" providerId="LiveId" clId="{ADF5EAFE-B201-4D67-B3ED-B5768577F4E9}" dt="2023-11-28T18:07:24.338" v="1297" actId="26606"/>
          <ac:spMkLst>
            <pc:docMk/>
            <pc:sldMk cId="2274562936" sldId="268"/>
            <ac:spMk id="35" creationId="{A7B99495-F43F-4D80-A44F-2CB4764EB90B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2274562936" sldId="268"/>
            <ac:spMk id="40" creationId="{DB304A14-32D0-4873-B914-423ED7B8DAFD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2274562936" sldId="268"/>
            <ac:spMk id="42" creationId="{1D460C86-854F-4FB3-ABC2-E823D8FEB9DB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2274562936" sldId="268"/>
            <ac:spMk id="44" creationId="{BB48116A-278A-4CC5-89D3-9DE8E8FF1245}"/>
          </ac:spMkLst>
        </pc:spChg>
        <pc:graphicFrameChg chg="add del">
          <ac:chgData name="Aditya Thakare" userId="c4056d686f250dbc" providerId="LiveId" clId="{ADF5EAFE-B201-4D67-B3ED-B5768577F4E9}" dt="2023-11-28T18:06:31.747" v="1285" actId="26606"/>
          <ac:graphicFrameMkLst>
            <pc:docMk/>
            <pc:sldMk cId="2274562936" sldId="268"/>
            <ac:graphicFrameMk id="7" creationId="{24646C38-9CE1-F51D-25E1-5E88AF19F4EF}"/>
          </ac:graphicFrameMkLst>
        </pc:graphicFrameChg>
        <pc:graphicFrameChg chg="add del">
          <ac:chgData name="Aditya Thakare" userId="c4056d686f250dbc" providerId="LiveId" clId="{ADF5EAFE-B201-4D67-B3ED-B5768577F4E9}" dt="2023-11-28T18:06:33.697" v="1287" actId="26606"/>
          <ac:graphicFrameMkLst>
            <pc:docMk/>
            <pc:sldMk cId="2274562936" sldId="268"/>
            <ac:graphicFrameMk id="9" creationId="{EA417461-85B2-948A-BF75-6AF47279C4F7}"/>
          </ac:graphicFrameMkLst>
        </pc:graphicFrameChg>
        <pc:graphicFrameChg chg="add del">
          <ac:chgData name="Aditya Thakare" userId="c4056d686f250dbc" providerId="LiveId" clId="{ADF5EAFE-B201-4D67-B3ED-B5768577F4E9}" dt="2023-11-28T18:06:38.555" v="1289" actId="26606"/>
          <ac:graphicFrameMkLst>
            <pc:docMk/>
            <pc:sldMk cId="2274562936" sldId="268"/>
            <ac:graphicFrameMk id="11" creationId="{031997A8-0569-3ADF-E38E-980B758AD2CC}"/>
          </ac:graphicFrameMkLst>
        </pc:graphicFrameChg>
        <pc:picChg chg="mod ord">
          <ac:chgData name="Aditya Thakare" userId="c4056d686f250dbc" providerId="LiveId" clId="{ADF5EAFE-B201-4D67-B3ED-B5768577F4E9}" dt="2023-11-28T18:10:44.392" v="1372"/>
          <ac:picMkLst>
            <pc:docMk/>
            <pc:sldMk cId="2274562936" sldId="268"/>
            <ac:picMk id="5" creationId="{D786328C-A94B-590D-19FC-1E947DF5CDDF}"/>
          </ac:picMkLst>
        </pc:picChg>
        <pc:picChg chg="add mod">
          <ac:chgData name="Aditya Thakare" userId="c4056d686f250dbc" providerId="LiveId" clId="{ADF5EAFE-B201-4D67-B3ED-B5768577F4E9}" dt="2023-11-28T18:12:38.137" v="1384"/>
          <ac:picMkLst>
            <pc:docMk/>
            <pc:sldMk cId="2274562936" sldId="268"/>
            <ac:picMk id="6" creationId="{CC97C36A-674F-B905-66B4-539AD9092CCB}"/>
          </ac:picMkLst>
        </pc:picChg>
        <pc:picChg chg="add mod">
          <ac:chgData name="Aditya Thakare" userId="c4056d686f250dbc" providerId="LiveId" clId="{ADF5EAFE-B201-4D67-B3ED-B5768577F4E9}" dt="2023-11-28T18:12:38.137" v="1384"/>
          <ac:picMkLst>
            <pc:docMk/>
            <pc:sldMk cId="2274562936" sldId="268"/>
            <ac:picMk id="8" creationId="{722B00E1-ACE4-58BB-5943-85B839822DE9}"/>
          </ac:picMkLst>
        </pc:picChg>
        <pc:cxnChg chg="add del">
          <ac:chgData name="Aditya Thakare" userId="c4056d686f250dbc" providerId="LiveId" clId="{ADF5EAFE-B201-4D67-B3ED-B5768577F4E9}" dt="2023-11-28T18:06:40.089" v="1291" actId="26606"/>
          <ac:cxnSpMkLst>
            <pc:docMk/>
            <pc:sldMk cId="2274562936" sldId="268"/>
            <ac:cxnSpMk id="13" creationId="{1503BFE4-729B-D9D0-C17B-501E6AF1127A}"/>
          </ac:cxnSpMkLst>
        </pc:cxnChg>
      </pc:sldChg>
      <pc:sldChg chg="del">
        <pc:chgData name="Aditya Thakare" userId="c4056d686f250dbc" providerId="LiveId" clId="{ADF5EAFE-B201-4D67-B3ED-B5768577F4E9}" dt="2023-11-28T17:27:46.443" v="894" actId="47"/>
        <pc:sldMkLst>
          <pc:docMk/>
          <pc:sldMk cId="3209145847" sldId="270"/>
        </pc:sldMkLst>
      </pc:sldChg>
      <pc:sldChg chg="del">
        <pc:chgData name="Aditya Thakare" userId="c4056d686f250dbc" providerId="LiveId" clId="{ADF5EAFE-B201-4D67-B3ED-B5768577F4E9}" dt="2023-11-28T17:27:56.102" v="895" actId="47"/>
        <pc:sldMkLst>
          <pc:docMk/>
          <pc:sldMk cId="1260732235" sldId="271"/>
        </pc:sldMkLst>
      </pc:sldChg>
      <pc:sldChg chg="addSp delSp modSp add del mod ord setBg delDesignElem">
        <pc:chgData name="Aditya Thakare" userId="c4056d686f250dbc" providerId="LiveId" clId="{ADF5EAFE-B201-4D67-B3ED-B5768577F4E9}" dt="2023-11-28T18:11:37.552" v="1375"/>
        <pc:sldMkLst>
          <pc:docMk/>
          <pc:sldMk cId="2482351876" sldId="272"/>
        </pc:sldMkLst>
        <pc:spChg chg="mod ord">
          <ac:chgData name="Aditya Thakare" userId="c4056d686f250dbc" providerId="LiveId" clId="{ADF5EAFE-B201-4D67-B3ED-B5768577F4E9}" dt="2023-11-28T18:10:44.392" v="1372"/>
          <ac:spMkLst>
            <pc:docMk/>
            <pc:sldMk cId="2482351876" sldId="272"/>
            <ac:spMk id="2" creationId="{17059099-3C75-7668-9420-EEBC8F6E410C}"/>
          </ac:spMkLst>
        </pc:spChg>
        <pc:spChg chg="mod">
          <ac:chgData name="Aditya Thakare" userId="c4056d686f250dbc" providerId="LiveId" clId="{ADF5EAFE-B201-4D67-B3ED-B5768577F4E9}" dt="2023-11-28T18:10:44.392" v="1372"/>
          <ac:spMkLst>
            <pc:docMk/>
            <pc:sldMk cId="2482351876" sldId="272"/>
            <ac:spMk id="4" creationId="{053D7DB3-A530-A59C-4F84-6D402AFEECD7}"/>
          </ac:spMkLst>
        </pc:spChg>
        <pc:spChg chg="add del">
          <ac:chgData name="Aditya Thakare" userId="c4056d686f250dbc" providerId="LiveId" clId="{ADF5EAFE-B201-4D67-B3ED-B5768577F4E9}" dt="2023-11-28T17:42:12.848" v="1044" actId="26606"/>
          <ac:spMkLst>
            <pc:docMk/>
            <pc:sldMk cId="2482351876" sldId="272"/>
            <ac:spMk id="7" creationId="{CE2956EB-1856-7F77-0DEB-AAD664CD74AD}"/>
          </ac:spMkLst>
        </pc:spChg>
        <pc:spChg chg="add del">
          <ac:chgData name="Aditya Thakare" userId="c4056d686f250dbc" providerId="LiveId" clId="{ADF5EAFE-B201-4D67-B3ED-B5768577F4E9}" dt="2023-11-28T17:42:12.848" v="1044" actId="26606"/>
          <ac:spMkLst>
            <pc:docMk/>
            <pc:sldMk cId="2482351876" sldId="272"/>
            <ac:spMk id="8" creationId="{D7FC4EA4-7C4C-68F8-10F0-5D08208ADD85}"/>
          </ac:spMkLst>
        </pc:spChg>
        <pc:spChg chg="add del">
          <ac:chgData name="Aditya Thakare" userId="c4056d686f250dbc" providerId="LiveId" clId="{ADF5EAFE-B201-4D67-B3ED-B5768577F4E9}" dt="2023-11-28T17:42:12.848" v="1044" actId="26606"/>
          <ac:spMkLst>
            <pc:docMk/>
            <pc:sldMk cId="2482351876" sldId="272"/>
            <ac:spMk id="9" creationId="{F5112072-0E82-3313-9492-F7C04F2C5449}"/>
          </ac:spMkLst>
        </pc:spChg>
        <pc:spChg chg="add del">
          <ac:chgData name="Aditya Thakare" userId="c4056d686f250dbc" providerId="LiveId" clId="{ADF5EAFE-B201-4D67-B3ED-B5768577F4E9}" dt="2023-11-28T17:41:02.260" v="1022" actId="26606"/>
          <ac:spMkLst>
            <pc:docMk/>
            <pc:sldMk cId="2482351876" sldId="272"/>
            <ac:spMk id="10" creationId="{CE2956EB-1856-7F77-0DEB-AAD664CD74AD}"/>
          </ac:spMkLst>
        </pc:spChg>
        <pc:spChg chg="add del">
          <ac:chgData name="Aditya Thakare" userId="c4056d686f250dbc" providerId="LiveId" clId="{ADF5EAFE-B201-4D67-B3ED-B5768577F4E9}" dt="2023-11-28T17:42:12.848" v="1044" actId="26606"/>
          <ac:spMkLst>
            <pc:docMk/>
            <pc:sldMk cId="2482351876" sldId="272"/>
            <ac:spMk id="11" creationId="{FFDECAB2-1CBC-FBCA-D8C5-CDBEFB26CBB3}"/>
          </ac:spMkLst>
        </pc:spChg>
        <pc:spChg chg="add del">
          <ac:chgData name="Aditya Thakare" userId="c4056d686f250dbc" providerId="LiveId" clId="{ADF5EAFE-B201-4D67-B3ED-B5768577F4E9}" dt="2023-11-28T17:41:02.260" v="1022" actId="26606"/>
          <ac:spMkLst>
            <pc:docMk/>
            <pc:sldMk cId="2482351876" sldId="272"/>
            <ac:spMk id="12" creationId="{D7FC4EA4-7C4C-68F8-10F0-5D08208ADD85}"/>
          </ac:spMkLst>
        </pc:spChg>
        <pc:spChg chg="add del">
          <ac:chgData name="Aditya Thakare" userId="c4056d686f250dbc" providerId="LiveId" clId="{ADF5EAFE-B201-4D67-B3ED-B5768577F4E9}" dt="2023-11-28T17:51:40.737" v="1114" actId="26606"/>
          <ac:spMkLst>
            <pc:docMk/>
            <pc:sldMk cId="2482351876" sldId="272"/>
            <ac:spMk id="13" creationId="{9F7D5CDA-D291-4307-BF55-1381FED29634}"/>
          </ac:spMkLst>
        </pc:spChg>
        <pc:spChg chg="add del">
          <ac:chgData name="Aditya Thakare" userId="c4056d686f250dbc" providerId="LiveId" clId="{ADF5EAFE-B201-4D67-B3ED-B5768577F4E9}" dt="2023-11-28T17:41:02.260" v="1022" actId="26606"/>
          <ac:spMkLst>
            <pc:docMk/>
            <pc:sldMk cId="2482351876" sldId="272"/>
            <ac:spMk id="14" creationId="{F5112072-0E82-3313-9492-F7C04F2C5449}"/>
          </ac:spMkLst>
        </pc:spChg>
        <pc:spChg chg="add del">
          <ac:chgData name="Aditya Thakare" userId="c4056d686f250dbc" providerId="LiveId" clId="{ADF5EAFE-B201-4D67-B3ED-B5768577F4E9}" dt="2023-11-28T17:42:22.984" v="1046" actId="26606"/>
          <ac:spMkLst>
            <pc:docMk/>
            <pc:sldMk cId="2482351876" sldId="272"/>
            <ac:spMk id="15" creationId="{A4813DE6-CC05-D4A6-57C6-34BDCB1C117C}"/>
          </ac:spMkLst>
        </pc:spChg>
        <pc:spChg chg="add del">
          <ac:chgData name="Aditya Thakare" userId="c4056d686f250dbc" providerId="LiveId" clId="{ADF5EAFE-B201-4D67-B3ED-B5768577F4E9}" dt="2023-11-28T17:41:02.260" v="1022" actId="26606"/>
          <ac:spMkLst>
            <pc:docMk/>
            <pc:sldMk cId="2482351876" sldId="272"/>
            <ac:spMk id="16" creationId="{FFDECAB2-1CBC-FBCA-D8C5-CDBEFB26CBB3}"/>
          </ac:spMkLst>
        </pc:spChg>
        <pc:spChg chg="add del">
          <ac:chgData name="Aditya Thakare" userId="c4056d686f250dbc" providerId="LiveId" clId="{ADF5EAFE-B201-4D67-B3ED-B5768577F4E9}" dt="2023-11-28T17:51:40.737" v="1114" actId="26606"/>
          <ac:spMkLst>
            <pc:docMk/>
            <pc:sldMk cId="2482351876" sldId="272"/>
            <ac:spMk id="17" creationId="{59B296B9-C5A5-4E4F-9B60-C907B5F1466C}"/>
          </ac:spMkLst>
        </pc:spChg>
        <pc:spChg chg="add del">
          <ac:chgData name="Aditya Thakare" userId="c4056d686f250dbc" providerId="LiveId" clId="{ADF5EAFE-B201-4D67-B3ED-B5768577F4E9}" dt="2023-11-28T17:51:40.737" v="1114" actId="26606"/>
          <ac:spMkLst>
            <pc:docMk/>
            <pc:sldMk cId="2482351876" sldId="272"/>
            <ac:spMk id="20" creationId="{D0300FD3-5AF1-6305-15FA-9078072672E2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2482351876" sldId="272"/>
            <ac:spMk id="22" creationId="{CD8B4F24-440B-49E9-B85D-733523DC064B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2482351876" sldId="272"/>
            <ac:spMk id="25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7:41:06.981" v="1024" actId="26606"/>
          <ac:spMkLst>
            <pc:docMk/>
            <pc:sldMk cId="2482351876" sldId="272"/>
            <ac:spMk id="26" creationId="{913AE63C-D5B4-45D1-ACFC-648CFFCF9805}"/>
          </ac:spMkLst>
        </pc:spChg>
        <pc:spChg chg="add del">
          <ac:chgData name="Aditya Thakare" userId="c4056d686f250dbc" providerId="LiveId" clId="{ADF5EAFE-B201-4D67-B3ED-B5768577F4E9}" dt="2023-11-28T17:41:06.981" v="1024" actId="26606"/>
          <ac:spMkLst>
            <pc:docMk/>
            <pc:sldMk cId="2482351876" sldId="272"/>
            <ac:spMk id="27" creationId="{4E59E4BC-D742-4881-838E-F5B9C1C2C82B}"/>
          </ac:spMkLst>
        </pc:spChg>
        <pc:spChg chg="add del">
          <ac:chgData name="Aditya Thakare" userId="c4056d686f250dbc" providerId="LiveId" clId="{ADF5EAFE-B201-4D67-B3ED-B5768577F4E9}" dt="2023-11-28T17:42:26.038" v="1048" actId="26606"/>
          <ac:spMkLst>
            <pc:docMk/>
            <pc:sldMk cId="2482351876" sldId="272"/>
            <ac:spMk id="29" creationId="{913AE63C-D5B4-45D1-ACFC-648CFFCF9805}"/>
          </ac:spMkLst>
        </pc:spChg>
        <pc:spChg chg="add del">
          <ac:chgData name="Aditya Thakare" userId="c4056d686f250dbc" providerId="LiveId" clId="{ADF5EAFE-B201-4D67-B3ED-B5768577F4E9}" dt="2023-11-28T17:41:16.659" v="1026" actId="26606"/>
          <ac:spMkLst>
            <pc:docMk/>
            <pc:sldMk cId="2482351876" sldId="272"/>
            <ac:spMk id="31" creationId="{649C91A9-84E7-4BF0-9026-62F01380D853}"/>
          </ac:spMkLst>
        </pc:spChg>
        <pc:spChg chg="add del">
          <ac:chgData name="Aditya Thakare" userId="c4056d686f250dbc" providerId="LiveId" clId="{ADF5EAFE-B201-4D67-B3ED-B5768577F4E9}" dt="2023-11-28T17:41:16.659" v="1026" actId="26606"/>
          <ac:spMkLst>
            <pc:docMk/>
            <pc:sldMk cId="2482351876" sldId="272"/>
            <ac:spMk id="32" creationId="{9B47378D-AD27-45D0-8C1C-5B1098DCC068}"/>
          </ac:spMkLst>
        </pc:spChg>
        <pc:spChg chg="add del">
          <ac:chgData name="Aditya Thakare" userId="c4056d686f250dbc" providerId="LiveId" clId="{ADF5EAFE-B201-4D67-B3ED-B5768577F4E9}" dt="2023-11-28T17:41:21.551" v="1028" actId="26606"/>
          <ac:spMkLst>
            <pc:docMk/>
            <pc:sldMk cId="2482351876" sldId="272"/>
            <ac:spMk id="34" creationId="{A4813DE6-CC05-D4A6-57C6-34BDCB1C117C}"/>
          </ac:spMkLst>
        </pc:spChg>
        <pc:spChg chg="add del">
          <ac:chgData name="Aditya Thakare" userId="c4056d686f250dbc" providerId="LiveId" clId="{ADF5EAFE-B201-4D67-B3ED-B5768577F4E9}" dt="2023-11-28T17:42:26.038" v="1048" actId="26606"/>
          <ac:spMkLst>
            <pc:docMk/>
            <pc:sldMk cId="2482351876" sldId="272"/>
            <ac:spMk id="38" creationId="{D1945E2A-ABF1-415C-B37A-BD0A5C199036}"/>
          </ac:spMkLst>
        </pc:spChg>
        <pc:spChg chg="add del">
          <ac:chgData name="Aditya Thakare" userId="c4056d686f250dbc" providerId="LiveId" clId="{ADF5EAFE-B201-4D67-B3ED-B5768577F4E9}" dt="2023-11-28T17:41:46.827" v="1032" actId="26606"/>
          <ac:spMkLst>
            <pc:docMk/>
            <pc:sldMk cId="2482351876" sldId="272"/>
            <ac:spMk id="45" creationId="{04812C46-200A-4DEB-A05E-3ED6C68C2387}"/>
          </ac:spMkLst>
        </pc:spChg>
        <pc:spChg chg="add del">
          <ac:chgData name="Aditya Thakare" userId="c4056d686f250dbc" providerId="LiveId" clId="{ADF5EAFE-B201-4D67-B3ED-B5768577F4E9}" dt="2023-11-28T17:41:46.827" v="1032" actId="26606"/>
          <ac:spMkLst>
            <pc:docMk/>
            <pc:sldMk cId="2482351876" sldId="272"/>
            <ac:spMk id="46" creationId="{D1EA859B-E555-4109-94F3-6700E046E008}"/>
          </ac:spMkLst>
        </pc:spChg>
        <pc:spChg chg="add del">
          <ac:chgData name="Aditya Thakare" userId="c4056d686f250dbc" providerId="LiveId" clId="{ADF5EAFE-B201-4D67-B3ED-B5768577F4E9}" dt="2023-11-28T17:42:33.212" v="1050" actId="26606"/>
          <ac:spMkLst>
            <pc:docMk/>
            <pc:sldMk cId="2482351876" sldId="272"/>
            <ac:spMk id="47" creationId="{C3420C89-0B09-4632-A4AF-3971D08BF7A8}"/>
          </ac:spMkLst>
        </pc:spChg>
        <pc:spChg chg="add del">
          <ac:chgData name="Aditya Thakare" userId="c4056d686f250dbc" providerId="LiveId" clId="{ADF5EAFE-B201-4D67-B3ED-B5768577F4E9}" dt="2023-11-28T17:41:51.267" v="1034" actId="26606"/>
          <ac:spMkLst>
            <pc:docMk/>
            <pc:sldMk cId="2482351876" sldId="272"/>
            <ac:spMk id="48" creationId="{C3420C89-0B09-4632-A4AF-3971D08BF7A8}"/>
          </ac:spMkLst>
        </pc:spChg>
        <pc:spChg chg="add del">
          <ac:chgData name="Aditya Thakare" userId="c4056d686f250dbc" providerId="LiveId" clId="{ADF5EAFE-B201-4D67-B3ED-B5768577F4E9}" dt="2023-11-28T17:41:51.267" v="1034" actId="26606"/>
          <ac:spMkLst>
            <pc:docMk/>
            <pc:sldMk cId="2482351876" sldId="272"/>
            <ac:spMk id="49" creationId="{4E5CBA61-BF74-40B4-A3A8-366BBA626CCF}"/>
          </ac:spMkLst>
        </pc:spChg>
        <pc:spChg chg="add del">
          <ac:chgData name="Aditya Thakare" userId="c4056d686f250dbc" providerId="LiveId" clId="{ADF5EAFE-B201-4D67-B3ED-B5768577F4E9}" dt="2023-11-28T17:42:33.212" v="1050" actId="26606"/>
          <ac:spMkLst>
            <pc:docMk/>
            <pc:sldMk cId="2482351876" sldId="272"/>
            <ac:spMk id="51" creationId="{4E5CBA61-BF74-40B4-A3A8-366BBA626CCF}"/>
          </ac:spMkLst>
        </pc:spChg>
        <pc:spChg chg="add del">
          <ac:chgData name="Aditya Thakare" userId="c4056d686f250dbc" providerId="LiveId" clId="{ADF5EAFE-B201-4D67-B3ED-B5768577F4E9}" dt="2023-11-28T17:41:52.407" v="1036" actId="26606"/>
          <ac:spMkLst>
            <pc:docMk/>
            <pc:sldMk cId="2482351876" sldId="272"/>
            <ac:spMk id="54" creationId="{04812C46-200A-4DEB-A05E-3ED6C68C2387}"/>
          </ac:spMkLst>
        </pc:spChg>
        <pc:spChg chg="add del">
          <ac:chgData name="Aditya Thakare" userId="c4056d686f250dbc" providerId="LiveId" clId="{ADF5EAFE-B201-4D67-B3ED-B5768577F4E9}" dt="2023-11-28T17:41:52.407" v="1036" actId="26606"/>
          <ac:spMkLst>
            <pc:docMk/>
            <pc:sldMk cId="2482351876" sldId="272"/>
            <ac:spMk id="55" creationId="{D1EA859B-E555-4109-94F3-6700E046E008}"/>
          </ac:spMkLst>
        </pc:spChg>
        <pc:spChg chg="add del">
          <ac:chgData name="Aditya Thakare" userId="c4056d686f250dbc" providerId="LiveId" clId="{ADF5EAFE-B201-4D67-B3ED-B5768577F4E9}" dt="2023-11-28T17:41:54.532" v="1038" actId="26606"/>
          <ac:spMkLst>
            <pc:docMk/>
            <pc:sldMk cId="2482351876" sldId="272"/>
            <ac:spMk id="57" creationId="{913AE63C-D5B4-45D1-ACFC-648CFFCF9805}"/>
          </ac:spMkLst>
        </pc:spChg>
        <pc:spChg chg="add del">
          <ac:chgData name="Aditya Thakare" userId="c4056d686f250dbc" providerId="LiveId" clId="{ADF5EAFE-B201-4D67-B3ED-B5768577F4E9}" dt="2023-11-28T17:41:56.813" v="1040" actId="26606"/>
          <ac:spMkLst>
            <pc:docMk/>
            <pc:sldMk cId="2482351876" sldId="272"/>
            <ac:spMk id="63" creationId="{2EB492CD-616E-47F8-933B-5E2D952A0593}"/>
          </ac:spMkLst>
        </pc:spChg>
        <pc:spChg chg="add del">
          <ac:chgData name="Aditya Thakare" userId="c4056d686f250dbc" providerId="LiveId" clId="{ADF5EAFE-B201-4D67-B3ED-B5768577F4E9}" dt="2023-11-28T17:41:56.813" v="1040" actId="26606"/>
          <ac:spMkLst>
            <pc:docMk/>
            <pc:sldMk cId="2482351876" sldId="272"/>
            <ac:spMk id="64" creationId="{59383CF9-23B5-4335-9B21-1791C4CF1C75}"/>
          </ac:spMkLst>
        </pc:spChg>
        <pc:spChg chg="add del">
          <ac:chgData name="Aditya Thakare" userId="c4056d686f250dbc" providerId="LiveId" clId="{ADF5EAFE-B201-4D67-B3ED-B5768577F4E9}" dt="2023-11-28T17:41:56.813" v="1040" actId="26606"/>
          <ac:spMkLst>
            <pc:docMk/>
            <pc:sldMk cId="2482351876" sldId="272"/>
            <ac:spMk id="65" creationId="{0007FE00-9498-4706-B255-6437B0252C02}"/>
          </ac:spMkLst>
        </pc:spChg>
        <pc:spChg chg="add del">
          <ac:chgData name="Aditya Thakare" userId="c4056d686f250dbc" providerId="LiveId" clId="{ADF5EAFE-B201-4D67-B3ED-B5768577F4E9}" dt="2023-11-28T17:42:35.180" v="1052" actId="26606"/>
          <ac:spMkLst>
            <pc:docMk/>
            <pc:sldMk cId="2482351876" sldId="272"/>
            <ac:spMk id="71" creationId="{913AE63C-D5B4-45D1-ACFC-648CFFCF9805}"/>
          </ac:spMkLst>
        </pc:spChg>
        <pc:grpChg chg="add del">
          <ac:chgData name="Aditya Thakare" userId="c4056d686f250dbc" providerId="LiveId" clId="{ADF5EAFE-B201-4D67-B3ED-B5768577F4E9}" dt="2023-11-28T17:41:06.981" v="1024" actId="26606"/>
          <ac:grpSpMkLst>
            <pc:docMk/>
            <pc:sldMk cId="2482351876" sldId="272"/>
            <ac:grpSpMk id="18" creationId="{5C2625FA-3EDD-4059-9D0E-AFD1D271AF5B}"/>
          </ac:grpSpMkLst>
        </pc:grpChg>
        <pc:grpChg chg="add del">
          <ac:chgData name="Aditya Thakare" userId="c4056d686f250dbc" providerId="LiveId" clId="{ADF5EAFE-B201-4D67-B3ED-B5768577F4E9}" dt="2023-11-28T17:42:22.984" v="1046" actId="26606"/>
          <ac:grpSpMkLst>
            <pc:docMk/>
            <pc:sldMk cId="2482351876" sldId="272"/>
            <ac:grpSpMk id="19" creationId="{D0C531AC-B951-C983-A9F9-A57678E3B22D}"/>
          </ac:grpSpMkLst>
        </pc:grpChg>
        <pc:grpChg chg="add del">
          <ac:chgData name="Aditya Thakare" userId="c4056d686f250dbc" providerId="LiveId" clId="{ADF5EAFE-B201-4D67-B3ED-B5768577F4E9}" dt="2023-11-28T17:42:22.984" v="1046" actId="26606"/>
          <ac:grpSpMkLst>
            <pc:docMk/>
            <pc:sldMk cId="2482351876" sldId="272"/>
            <ac:grpSpMk id="21" creationId="{4D3BD428-BE12-D76F-5331-338B22BA4D4F}"/>
          </ac:grpSpMkLst>
        </pc:grpChg>
        <pc:grpChg chg="add del">
          <ac:chgData name="Aditya Thakare" userId="c4056d686f250dbc" providerId="LiveId" clId="{ADF5EAFE-B201-4D67-B3ED-B5768577F4E9}" dt="2023-11-28T17:41:06.981" v="1024" actId="26606"/>
          <ac:grpSpMkLst>
            <pc:docMk/>
            <pc:sldMk cId="2482351876" sldId="272"/>
            <ac:grpSpMk id="28" creationId="{3FF196BB-37B1-4BB9-8014-CC784F01E698}"/>
          </ac:grpSpMkLst>
        </pc:grpChg>
        <pc:grpChg chg="add del">
          <ac:chgData name="Aditya Thakare" userId="c4056d686f250dbc" providerId="LiveId" clId="{ADF5EAFE-B201-4D67-B3ED-B5768577F4E9}" dt="2023-11-28T17:42:26.038" v="1048" actId="26606"/>
          <ac:grpSpMkLst>
            <pc:docMk/>
            <pc:sldMk cId="2482351876" sldId="272"/>
            <ac:grpSpMk id="30" creationId="{601C064A-E6E4-44D2-B345-2BB7514A7007}"/>
          </ac:grpSpMkLst>
        </pc:grpChg>
        <pc:grpChg chg="add del">
          <ac:chgData name="Aditya Thakare" userId="c4056d686f250dbc" providerId="LiveId" clId="{ADF5EAFE-B201-4D67-B3ED-B5768577F4E9}" dt="2023-11-28T17:41:21.551" v="1028" actId="26606"/>
          <ac:grpSpMkLst>
            <pc:docMk/>
            <pc:sldMk cId="2482351876" sldId="272"/>
            <ac:grpSpMk id="35" creationId="{D0C531AC-B951-C983-A9F9-A57678E3B22D}"/>
          </ac:grpSpMkLst>
        </pc:grpChg>
        <pc:grpChg chg="add del">
          <ac:chgData name="Aditya Thakare" userId="c4056d686f250dbc" providerId="LiveId" clId="{ADF5EAFE-B201-4D67-B3ED-B5768577F4E9}" dt="2023-11-28T17:41:21.551" v="1028" actId="26606"/>
          <ac:grpSpMkLst>
            <pc:docMk/>
            <pc:sldMk cId="2482351876" sldId="272"/>
            <ac:grpSpMk id="37" creationId="{4D3BD428-BE12-D76F-5331-338B22BA4D4F}"/>
          </ac:grpSpMkLst>
        </pc:grpChg>
        <pc:grpChg chg="add del">
          <ac:chgData name="Aditya Thakare" userId="c4056d686f250dbc" providerId="LiveId" clId="{ADF5EAFE-B201-4D67-B3ED-B5768577F4E9}" dt="2023-11-28T17:42:26.038" v="1048" actId="26606"/>
          <ac:grpSpMkLst>
            <pc:docMk/>
            <pc:sldMk cId="2482351876" sldId="272"/>
            <ac:grpSpMk id="39" creationId="{BCCEE623-F22A-4681-990C-036558C13556}"/>
          </ac:grpSpMkLst>
        </pc:grpChg>
        <pc:grpChg chg="add del">
          <ac:chgData name="Aditya Thakare" userId="c4056d686f250dbc" providerId="LiveId" clId="{ADF5EAFE-B201-4D67-B3ED-B5768577F4E9}" dt="2023-11-28T17:41:36.831" v="1030" actId="26606"/>
          <ac:grpSpMkLst>
            <pc:docMk/>
            <pc:sldMk cId="2482351876" sldId="272"/>
            <ac:grpSpMk id="40" creationId="{114ED94A-C85D-4CD3-4205-438D21CE6B38}"/>
          </ac:grpSpMkLst>
        </pc:grpChg>
        <pc:grpChg chg="add del">
          <ac:chgData name="Aditya Thakare" userId="c4056d686f250dbc" providerId="LiveId" clId="{ADF5EAFE-B201-4D67-B3ED-B5768577F4E9}" dt="2023-11-28T17:41:51.267" v="1034" actId="26606"/>
          <ac:grpSpMkLst>
            <pc:docMk/>
            <pc:sldMk cId="2482351876" sldId="272"/>
            <ac:grpSpMk id="50" creationId="{AC27E70C-5470-4262-B9CE-AE52C51CF4C1}"/>
          </ac:grpSpMkLst>
        </pc:grpChg>
        <pc:grpChg chg="add del">
          <ac:chgData name="Aditya Thakare" userId="c4056d686f250dbc" providerId="LiveId" clId="{ADF5EAFE-B201-4D67-B3ED-B5768577F4E9}" dt="2023-11-28T17:41:51.267" v="1034" actId="26606"/>
          <ac:grpSpMkLst>
            <pc:docMk/>
            <pc:sldMk cId="2482351876" sldId="272"/>
            <ac:grpSpMk id="52" creationId="{E27AF472-EAE3-4572-AB69-B92BD10DBC6D}"/>
          </ac:grpSpMkLst>
        </pc:grpChg>
        <pc:grpChg chg="add del">
          <ac:chgData name="Aditya Thakare" userId="c4056d686f250dbc" providerId="LiveId" clId="{ADF5EAFE-B201-4D67-B3ED-B5768577F4E9}" dt="2023-11-28T17:42:33.212" v="1050" actId="26606"/>
          <ac:grpSpMkLst>
            <pc:docMk/>
            <pc:sldMk cId="2482351876" sldId="272"/>
            <ac:grpSpMk id="53" creationId="{AC27E70C-5470-4262-B9CE-AE52C51CF4C1}"/>
          </ac:grpSpMkLst>
        </pc:grpChg>
        <pc:grpChg chg="add del">
          <ac:chgData name="Aditya Thakare" userId="c4056d686f250dbc" providerId="LiveId" clId="{ADF5EAFE-B201-4D67-B3ED-B5768577F4E9}" dt="2023-11-28T17:41:54.532" v="1038" actId="26606"/>
          <ac:grpSpMkLst>
            <pc:docMk/>
            <pc:sldMk cId="2482351876" sldId="272"/>
            <ac:grpSpMk id="58" creationId="{6536E295-EF5B-4BE9-A4CB-D5C581AAA999}"/>
          </ac:grpSpMkLst>
        </pc:grpChg>
        <pc:grpChg chg="add del">
          <ac:chgData name="Aditya Thakare" userId="c4056d686f250dbc" providerId="LiveId" clId="{ADF5EAFE-B201-4D67-B3ED-B5768577F4E9}" dt="2023-11-28T17:41:54.532" v="1038" actId="26606"/>
          <ac:grpSpMkLst>
            <pc:docMk/>
            <pc:sldMk cId="2482351876" sldId="272"/>
            <ac:grpSpMk id="60" creationId="{E27AF472-EAE3-4572-AB69-B92BD10DBC6D}"/>
          </ac:grpSpMkLst>
        </pc:grpChg>
        <pc:grpChg chg="add del">
          <ac:chgData name="Aditya Thakare" userId="c4056d686f250dbc" providerId="LiveId" clId="{ADF5EAFE-B201-4D67-B3ED-B5768577F4E9}" dt="2023-11-28T17:42:33.212" v="1050" actId="26606"/>
          <ac:grpSpMkLst>
            <pc:docMk/>
            <pc:sldMk cId="2482351876" sldId="272"/>
            <ac:grpSpMk id="61" creationId="{E27AF472-EAE3-4572-AB69-B92BD10DBC6D}"/>
          </ac:grpSpMkLst>
        </pc:grpChg>
        <pc:grpChg chg="add del">
          <ac:chgData name="Aditya Thakare" userId="c4056d686f250dbc" providerId="LiveId" clId="{ADF5EAFE-B201-4D67-B3ED-B5768577F4E9}" dt="2023-11-28T17:42:35.180" v="1052" actId="26606"/>
          <ac:grpSpMkLst>
            <pc:docMk/>
            <pc:sldMk cId="2482351876" sldId="272"/>
            <ac:grpSpMk id="72" creationId="{6536E295-EF5B-4BE9-A4CB-D5C581AAA999}"/>
          </ac:grpSpMkLst>
        </pc:grpChg>
        <pc:grpChg chg="add del">
          <ac:chgData name="Aditya Thakare" userId="c4056d686f250dbc" providerId="LiveId" clId="{ADF5EAFE-B201-4D67-B3ED-B5768577F4E9}" dt="2023-11-28T17:42:35.180" v="1052" actId="26606"/>
          <ac:grpSpMkLst>
            <pc:docMk/>
            <pc:sldMk cId="2482351876" sldId="272"/>
            <ac:grpSpMk id="74" creationId="{E27AF472-EAE3-4572-AB69-B92BD10DBC6D}"/>
          </ac:grpSpMkLst>
        </pc:grpChg>
        <pc:picChg chg="mod ord">
          <ac:chgData name="Aditya Thakare" userId="c4056d686f250dbc" providerId="LiveId" clId="{ADF5EAFE-B201-4D67-B3ED-B5768577F4E9}" dt="2023-11-28T17:51:40.737" v="1114" actId="26606"/>
          <ac:picMkLst>
            <pc:docMk/>
            <pc:sldMk cId="2482351876" sldId="272"/>
            <ac:picMk id="5" creationId="{32932470-5768-73B6-3506-6D7501812357}"/>
          </ac:picMkLst>
        </pc:picChg>
        <pc:picChg chg="add mod">
          <ac:chgData name="Aditya Thakare" userId="c4056d686f250dbc" providerId="LiveId" clId="{ADF5EAFE-B201-4D67-B3ED-B5768577F4E9}" dt="2023-11-28T18:11:37.552" v="1375"/>
          <ac:picMkLst>
            <pc:docMk/>
            <pc:sldMk cId="2482351876" sldId="272"/>
            <ac:picMk id="6" creationId="{3018ADA3-4FE2-3344-701A-08F80C460132}"/>
          </ac:picMkLst>
        </pc:picChg>
        <pc:picChg chg="add mod">
          <ac:chgData name="Aditya Thakare" userId="c4056d686f250dbc" providerId="LiveId" clId="{ADF5EAFE-B201-4D67-B3ED-B5768577F4E9}" dt="2023-11-28T18:11:37.552" v="1375"/>
          <ac:picMkLst>
            <pc:docMk/>
            <pc:sldMk cId="2482351876" sldId="272"/>
            <ac:picMk id="70" creationId="{E3DF3658-25DA-6175-D087-013E69126F27}"/>
          </ac:picMkLst>
        </pc:picChg>
      </pc:sldChg>
      <pc:sldChg chg="addSp delSp modSp del mod ord">
        <pc:chgData name="Aditya Thakare" userId="c4056d686f250dbc" providerId="LiveId" clId="{ADF5EAFE-B201-4D67-B3ED-B5768577F4E9}" dt="2023-11-28T16:38:00.211" v="73" actId="47"/>
        <pc:sldMkLst>
          <pc:docMk/>
          <pc:sldMk cId="3556387388" sldId="273"/>
        </pc:sldMkLst>
        <pc:spChg chg="mod">
          <ac:chgData name="Aditya Thakare" userId="c4056d686f250dbc" providerId="LiveId" clId="{ADF5EAFE-B201-4D67-B3ED-B5768577F4E9}" dt="2023-11-28T16:35:33.039" v="14" actId="20577"/>
          <ac:spMkLst>
            <pc:docMk/>
            <pc:sldMk cId="3556387388" sldId="273"/>
            <ac:spMk id="4" creationId="{D4CA9C90-0AD3-E308-E2CD-2E59A83AE1D1}"/>
          </ac:spMkLst>
        </pc:spChg>
        <pc:spChg chg="add del mod">
          <ac:chgData name="Aditya Thakare" userId="c4056d686f250dbc" providerId="LiveId" clId="{ADF5EAFE-B201-4D67-B3ED-B5768577F4E9}" dt="2023-11-28T16:35:36.249" v="16" actId="478"/>
          <ac:spMkLst>
            <pc:docMk/>
            <pc:sldMk cId="3556387388" sldId="273"/>
            <ac:spMk id="7" creationId="{274CAF51-A1FE-6DCE-F6E0-3E6899959A23}"/>
          </ac:spMkLst>
        </pc:spChg>
        <pc:picChg chg="del">
          <ac:chgData name="Aditya Thakare" userId="c4056d686f250dbc" providerId="LiveId" clId="{ADF5EAFE-B201-4D67-B3ED-B5768577F4E9}" dt="2023-11-28T16:35:35.543" v="15" actId="478"/>
          <ac:picMkLst>
            <pc:docMk/>
            <pc:sldMk cId="3556387388" sldId="273"/>
            <ac:picMk id="5" creationId="{BD1A0CD5-CB52-DC16-444D-963A7C23BF9E}"/>
          </ac:picMkLst>
        </pc:picChg>
      </pc:sldChg>
      <pc:sldChg chg="add del">
        <pc:chgData name="Aditya Thakare" userId="c4056d686f250dbc" providerId="LiveId" clId="{ADF5EAFE-B201-4D67-B3ED-B5768577F4E9}" dt="2023-11-28T17:28:30.068" v="898" actId="47"/>
        <pc:sldMkLst>
          <pc:docMk/>
          <pc:sldMk cId="1682193903" sldId="274"/>
        </pc:sldMkLst>
      </pc:sldChg>
      <pc:sldChg chg="del">
        <pc:chgData name="Aditya Thakare" userId="c4056d686f250dbc" providerId="LiveId" clId="{ADF5EAFE-B201-4D67-B3ED-B5768577F4E9}" dt="2023-11-28T17:28:31.484" v="899" actId="47"/>
        <pc:sldMkLst>
          <pc:docMk/>
          <pc:sldMk cId="730500352" sldId="275"/>
        </pc:sldMkLst>
      </pc:sldChg>
      <pc:sldChg chg="addSp delSp modSp mod setBg delDesignElem">
        <pc:chgData name="Aditya Thakare" userId="c4056d686f250dbc" providerId="LiveId" clId="{ADF5EAFE-B201-4D67-B3ED-B5768577F4E9}" dt="2023-11-28T18:12:42.902" v="1385"/>
        <pc:sldMkLst>
          <pc:docMk/>
          <pc:sldMk cId="156947463" sldId="276"/>
        </pc:sldMkLst>
        <pc:spChg chg="mod">
          <ac:chgData name="Aditya Thakare" userId="c4056d686f250dbc" providerId="LiveId" clId="{ADF5EAFE-B201-4D67-B3ED-B5768577F4E9}" dt="2023-11-28T18:10:44.392" v="1372"/>
          <ac:spMkLst>
            <pc:docMk/>
            <pc:sldMk cId="156947463" sldId="276"/>
            <ac:spMk id="2" creationId="{FC22E9B5-D42A-91BE-0A70-EF435D4AD1A9}"/>
          </ac:spMkLst>
        </pc:spChg>
        <pc:spChg chg="mod">
          <ac:chgData name="Aditya Thakare" userId="c4056d686f250dbc" providerId="LiveId" clId="{ADF5EAFE-B201-4D67-B3ED-B5768577F4E9}" dt="2023-11-28T18:10:44.392" v="1372"/>
          <ac:spMkLst>
            <pc:docMk/>
            <pc:sldMk cId="156947463" sldId="276"/>
            <ac:spMk id="4" creationId="{5009F70D-AECD-D5EB-6A28-21C839C008A4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56947463" sldId="276"/>
            <ac:spMk id="10" creationId="{327D73B4-9F5C-4A64-A179-51B9500CB8B5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56947463" sldId="276"/>
            <ac:spMk id="12" creationId="{C1F06963-6374-4B48-844F-071A9BAAAE02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56947463" sldId="276"/>
            <ac:spMk id="14" creationId="{6CB927A4-E432-4310-9CD5-E89FF5063179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56947463" sldId="276"/>
            <ac:spMk id="16" creationId="{1453BF6C-B012-48B7-B4E8-6D7AC7C27D02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56947463" sldId="276"/>
            <ac:spMk id="18" creationId="{E3020543-B24B-4EC4-8FFC-8DD88EEA91A8}"/>
          </ac:spMkLst>
        </pc:spChg>
        <pc:picChg chg="mod">
          <ac:chgData name="Aditya Thakare" userId="c4056d686f250dbc" providerId="LiveId" clId="{ADF5EAFE-B201-4D67-B3ED-B5768577F4E9}" dt="2023-11-28T18:08:45.998" v="1320" actId="26606"/>
          <ac:picMkLst>
            <pc:docMk/>
            <pc:sldMk cId="156947463" sldId="276"/>
            <ac:picMk id="5" creationId="{B0D725CF-5A30-E9F3-73C8-7706ECAC3B35}"/>
          </ac:picMkLst>
        </pc:picChg>
        <pc:picChg chg="add mod">
          <ac:chgData name="Aditya Thakare" userId="c4056d686f250dbc" providerId="LiveId" clId="{ADF5EAFE-B201-4D67-B3ED-B5768577F4E9}" dt="2023-11-28T18:12:42.902" v="1385"/>
          <ac:picMkLst>
            <pc:docMk/>
            <pc:sldMk cId="156947463" sldId="276"/>
            <ac:picMk id="6" creationId="{A39825A9-42B7-C5A7-F844-3B864B5A97A6}"/>
          </ac:picMkLst>
        </pc:picChg>
        <pc:picChg chg="add mod">
          <ac:chgData name="Aditya Thakare" userId="c4056d686f250dbc" providerId="LiveId" clId="{ADF5EAFE-B201-4D67-B3ED-B5768577F4E9}" dt="2023-11-28T18:12:42.902" v="1385"/>
          <ac:picMkLst>
            <pc:docMk/>
            <pc:sldMk cId="156947463" sldId="276"/>
            <ac:picMk id="7" creationId="{4150E2F9-6F55-E4EB-E9FD-2720DBCE1CEA}"/>
          </ac:picMkLst>
        </pc:picChg>
        <pc:cxnChg chg="add del">
          <ac:chgData name="Aditya Thakare" userId="c4056d686f250dbc" providerId="LiveId" clId="{ADF5EAFE-B201-4D67-B3ED-B5768577F4E9}" dt="2023-11-28T18:10:44.392" v="1372"/>
          <ac:cxnSpMkLst>
            <pc:docMk/>
            <pc:sldMk cId="156947463" sldId="276"/>
            <ac:cxnSpMk id="20" creationId="{C49DA8F6-BCC1-4447-B54C-57856834B94B}"/>
          </ac:cxnSpMkLst>
        </pc:cxnChg>
      </pc:sldChg>
      <pc:sldChg chg="addSp delSp modSp mod setBg">
        <pc:chgData name="Aditya Thakare" userId="c4056d686f250dbc" providerId="LiveId" clId="{ADF5EAFE-B201-4D67-B3ED-B5768577F4E9}" dt="2023-11-28T18:16:36.691" v="1418"/>
        <pc:sldMkLst>
          <pc:docMk/>
          <pc:sldMk cId="22228974" sldId="277"/>
        </pc:sldMkLst>
        <pc:spChg chg="mod">
          <ac:chgData name="Aditya Thakare" userId="c4056d686f250dbc" providerId="LiveId" clId="{ADF5EAFE-B201-4D67-B3ED-B5768577F4E9}" dt="2023-11-28T18:11:03.491" v="1374" actId="26606"/>
          <ac:spMkLst>
            <pc:docMk/>
            <pc:sldMk cId="22228974" sldId="277"/>
            <ac:spMk id="2" creationId="{BA5A799E-2021-B996-40F9-DDD311EB4F75}"/>
          </ac:spMkLst>
        </pc:spChg>
        <pc:spChg chg="mod">
          <ac:chgData name="Aditya Thakare" userId="c4056d686f250dbc" providerId="LiveId" clId="{ADF5EAFE-B201-4D67-B3ED-B5768577F4E9}" dt="2023-11-28T18:11:03.491" v="1374" actId="26606"/>
          <ac:spMkLst>
            <pc:docMk/>
            <pc:sldMk cId="22228974" sldId="277"/>
            <ac:spMk id="4" creationId="{E3BEFCDC-7DD1-BBEF-58C0-685780D5D852}"/>
          </ac:spMkLst>
        </pc:spChg>
        <pc:grpChg chg="add del">
          <ac:chgData name="Aditya Thakare" userId="c4056d686f250dbc" providerId="LiveId" clId="{ADF5EAFE-B201-4D67-B3ED-B5768577F4E9}" dt="2023-11-28T18:11:03.491" v="1374" actId="26606"/>
          <ac:grpSpMkLst>
            <pc:docMk/>
            <pc:sldMk cId="22228974" sldId="277"/>
            <ac:grpSpMk id="10" creationId="{1FD67D68-9B83-C338-8342-3348D8F22347}"/>
          </ac:grpSpMkLst>
        </pc:grpChg>
        <pc:picChg chg="mod ord">
          <ac:chgData name="Aditya Thakare" userId="c4056d686f250dbc" providerId="LiveId" clId="{ADF5EAFE-B201-4D67-B3ED-B5768577F4E9}" dt="2023-11-28T18:11:03.491" v="1374" actId="26606"/>
          <ac:picMkLst>
            <pc:docMk/>
            <pc:sldMk cId="22228974" sldId="277"/>
            <ac:picMk id="5" creationId="{E5054F29-E00D-A61C-6C85-22E8D6D7F5B1}"/>
          </ac:picMkLst>
        </pc:picChg>
        <pc:picChg chg="add mod">
          <ac:chgData name="Aditya Thakare" userId="c4056d686f250dbc" providerId="LiveId" clId="{ADF5EAFE-B201-4D67-B3ED-B5768577F4E9}" dt="2023-11-28T18:16:36.691" v="1418"/>
          <ac:picMkLst>
            <pc:docMk/>
            <pc:sldMk cId="22228974" sldId="277"/>
            <ac:picMk id="6" creationId="{5E061D62-73EF-0D00-8701-7C283A7DF951}"/>
          </ac:picMkLst>
        </pc:picChg>
        <pc:picChg chg="add mod">
          <ac:chgData name="Aditya Thakare" userId="c4056d686f250dbc" providerId="LiveId" clId="{ADF5EAFE-B201-4D67-B3ED-B5768577F4E9}" dt="2023-11-28T18:16:36.691" v="1418"/>
          <ac:picMkLst>
            <pc:docMk/>
            <pc:sldMk cId="22228974" sldId="277"/>
            <ac:picMk id="7" creationId="{B4D25953-7352-6179-265E-58E0EB8271D3}"/>
          </ac:picMkLst>
        </pc:picChg>
      </pc:sldChg>
      <pc:sldChg chg="del">
        <pc:chgData name="Aditya Thakare" userId="c4056d686f250dbc" providerId="LiveId" clId="{ADF5EAFE-B201-4D67-B3ED-B5768577F4E9}" dt="2023-11-28T16:39:12.812" v="77" actId="47"/>
        <pc:sldMkLst>
          <pc:docMk/>
          <pc:sldMk cId="124682192" sldId="278"/>
        </pc:sldMkLst>
      </pc:sldChg>
      <pc:sldChg chg="addSp delSp modSp del">
        <pc:chgData name="Aditya Thakare" userId="c4056d686f250dbc" providerId="LiveId" clId="{ADF5EAFE-B201-4D67-B3ED-B5768577F4E9}" dt="2023-11-28T16:39:40.566" v="78" actId="47"/>
        <pc:sldMkLst>
          <pc:docMk/>
          <pc:sldMk cId="1012489028" sldId="279"/>
        </pc:sldMkLst>
        <pc:spChg chg="add">
          <ac:chgData name="Aditya Thakare" userId="c4056d686f250dbc" providerId="LiveId" clId="{ADF5EAFE-B201-4D67-B3ED-B5768577F4E9}" dt="2023-11-28T16:33:26.008" v="7"/>
          <ac:spMkLst>
            <pc:docMk/>
            <pc:sldMk cId="1012489028" sldId="279"/>
            <ac:spMk id="3" creationId="{033F887C-63BB-4CBD-23CF-F6A3116EF21A}"/>
          </ac:spMkLst>
        </pc:spChg>
        <pc:picChg chg="del mod">
          <ac:chgData name="Aditya Thakare" userId="c4056d686f250dbc" providerId="LiveId" clId="{ADF5EAFE-B201-4D67-B3ED-B5768577F4E9}" dt="2023-11-28T16:33:26.008" v="7"/>
          <ac:picMkLst>
            <pc:docMk/>
            <pc:sldMk cId="1012489028" sldId="279"/>
            <ac:picMk id="5" creationId="{3BC22E12-427A-8EAB-BC2D-BB358E12B81C}"/>
          </ac:picMkLst>
        </pc:picChg>
      </pc:sldChg>
      <pc:sldChg chg="addSp delSp modSp del">
        <pc:chgData name="Aditya Thakare" userId="c4056d686f250dbc" providerId="LiveId" clId="{ADF5EAFE-B201-4D67-B3ED-B5768577F4E9}" dt="2023-11-28T16:39:44.250" v="79" actId="47"/>
        <pc:sldMkLst>
          <pc:docMk/>
          <pc:sldMk cId="935555206" sldId="280"/>
        </pc:sldMkLst>
        <pc:spChg chg="add">
          <ac:chgData name="Aditya Thakare" userId="c4056d686f250dbc" providerId="LiveId" clId="{ADF5EAFE-B201-4D67-B3ED-B5768577F4E9}" dt="2023-11-28T16:33:26.008" v="6"/>
          <ac:spMkLst>
            <pc:docMk/>
            <pc:sldMk cId="935555206" sldId="280"/>
            <ac:spMk id="3" creationId="{C87AF53F-7904-8732-253C-20F2D34B39B8}"/>
          </ac:spMkLst>
        </pc:spChg>
        <pc:picChg chg="del mod">
          <ac:chgData name="Aditya Thakare" userId="c4056d686f250dbc" providerId="LiveId" clId="{ADF5EAFE-B201-4D67-B3ED-B5768577F4E9}" dt="2023-11-28T16:33:26.008" v="6"/>
          <ac:picMkLst>
            <pc:docMk/>
            <pc:sldMk cId="935555206" sldId="280"/>
            <ac:picMk id="5" creationId="{A5E3C56B-C745-246E-8821-521A7F479E25}"/>
          </ac:picMkLst>
        </pc:picChg>
      </pc:sldChg>
      <pc:sldChg chg="add del">
        <pc:chgData name="Aditya Thakare" userId="c4056d686f250dbc" providerId="LiveId" clId="{ADF5EAFE-B201-4D67-B3ED-B5768577F4E9}" dt="2023-11-28T17:20:56.749" v="848" actId="47"/>
        <pc:sldMkLst>
          <pc:docMk/>
          <pc:sldMk cId="1945302430" sldId="281"/>
        </pc:sldMkLst>
      </pc:sldChg>
      <pc:sldChg chg="addSp delSp modSp new mod setBg delDesignElem">
        <pc:chgData name="Aditya Thakare" userId="c4056d686f250dbc" providerId="LiveId" clId="{ADF5EAFE-B201-4D67-B3ED-B5768577F4E9}" dt="2023-11-28T18:13:10.348" v="1390" actId="1076"/>
        <pc:sldMkLst>
          <pc:docMk/>
          <pc:sldMk cId="62143274" sldId="282"/>
        </pc:sldMkLst>
        <pc:spChg chg="add mod">
          <ac:chgData name="Aditya Thakare" userId="c4056d686f250dbc" providerId="LiveId" clId="{ADF5EAFE-B201-4D67-B3ED-B5768577F4E9}" dt="2023-11-28T18:13:04.702" v="1388" actId="1076"/>
          <ac:spMkLst>
            <pc:docMk/>
            <pc:sldMk cId="62143274" sldId="282"/>
            <ac:spMk id="8" creationId="{F81FFA7F-F39F-C3D1-11DD-FE2C41A27B6B}"/>
          </ac:spMkLst>
        </pc:spChg>
        <pc:spChg chg="add mod">
          <ac:chgData name="Aditya Thakare" userId="c4056d686f250dbc" providerId="LiveId" clId="{ADF5EAFE-B201-4D67-B3ED-B5768577F4E9}" dt="2023-11-28T18:13:07.739" v="1389" actId="1076"/>
          <ac:spMkLst>
            <pc:docMk/>
            <pc:sldMk cId="62143274" sldId="282"/>
            <ac:spMk id="9" creationId="{98228D25-7109-E853-A296-ACDE46BB6B86}"/>
          </ac:spMkLst>
        </pc:spChg>
        <pc:spChg chg="add mod">
          <ac:chgData name="Aditya Thakare" userId="c4056d686f250dbc" providerId="LiveId" clId="{ADF5EAFE-B201-4D67-B3ED-B5768577F4E9}" dt="2023-11-28T18:13:10.348" v="1390" actId="1076"/>
          <ac:spMkLst>
            <pc:docMk/>
            <pc:sldMk cId="62143274" sldId="282"/>
            <ac:spMk id="10" creationId="{24952A4F-2B05-D981-5A7A-FF2DD289395B}"/>
          </ac:spMkLst>
        </pc:spChg>
        <pc:spChg chg="add del">
          <ac:chgData name="Aditya Thakare" userId="c4056d686f250dbc" providerId="LiveId" clId="{ADF5EAFE-B201-4D67-B3ED-B5768577F4E9}" dt="2023-11-28T16:55:24.045" v="110" actId="26606"/>
          <ac:spMkLst>
            <pc:docMk/>
            <pc:sldMk cId="62143274" sldId="282"/>
            <ac:spMk id="19" creationId="{56827C3C-D52F-46CE-A441-3CD6A1A6A0A2}"/>
          </ac:spMkLst>
        </pc:spChg>
        <pc:spChg chg="add del">
          <ac:chgData name="Aditya Thakare" userId="c4056d686f250dbc" providerId="LiveId" clId="{ADF5EAFE-B201-4D67-B3ED-B5768577F4E9}" dt="2023-11-28T16:55:24.045" v="110" actId="26606"/>
          <ac:spMkLst>
            <pc:docMk/>
            <pc:sldMk cId="62143274" sldId="282"/>
            <ac:spMk id="21" creationId="{F52A8B51-0A89-497B-B882-6658E029A3F9}"/>
          </ac:spMkLst>
        </pc:spChg>
        <pc:spChg chg="add del">
          <ac:chgData name="Aditya Thakare" userId="c4056d686f250dbc" providerId="LiveId" clId="{ADF5EAFE-B201-4D67-B3ED-B5768577F4E9}" dt="2023-11-28T16:55:24.045" v="110" actId="26606"/>
          <ac:spMkLst>
            <pc:docMk/>
            <pc:sldMk cId="62143274" sldId="282"/>
            <ac:spMk id="23" creationId="{EB1CEFBF-6F09-4052-862B-E219DA15757E}"/>
          </ac:spMkLst>
        </pc:spChg>
        <pc:spChg chg="add del">
          <ac:chgData name="Aditya Thakare" userId="c4056d686f250dbc" providerId="LiveId" clId="{ADF5EAFE-B201-4D67-B3ED-B5768577F4E9}" dt="2023-11-28T16:55:24.045" v="110" actId="26606"/>
          <ac:spMkLst>
            <pc:docMk/>
            <pc:sldMk cId="62143274" sldId="282"/>
            <ac:spMk id="25" creationId="{BCB5D417-2A71-445D-B4C7-9E814D633D33}"/>
          </ac:spMkLst>
        </pc:spChg>
        <pc:spChg chg="add del">
          <ac:chgData name="Aditya Thakare" userId="c4056d686f250dbc" providerId="LiveId" clId="{ADF5EAFE-B201-4D67-B3ED-B5768577F4E9}" dt="2023-11-28T16:57:37.201" v="127" actId="26606"/>
          <ac:spMkLst>
            <pc:docMk/>
            <pc:sldMk cId="62143274" sldId="282"/>
            <ac:spMk id="30" creationId="{C96C8BAF-68F3-4B78-B238-35DF5D86560D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62143274" sldId="282"/>
            <ac:spMk id="47" creationId="{C96C8BAF-68F3-4B78-B238-35DF5D86560D}"/>
          </ac:spMkLst>
        </pc:spChg>
        <pc:grpChg chg="add del">
          <ac:chgData name="Aditya Thakare" userId="c4056d686f250dbc" providerId="LiveId" clId="{ADF5EAFE-B201-4D67-B3ED-B5768577F4E9}" dt="2023-11-28T16:57:37.201" v="127" actId="26606"/>
          <ac:grpSpMkLst>
            <pc:docMk/>
            <pc:sldMk cId="62143274" sldId="282"/>
            <ac:grpSpMk id="32" creationId="{4F4CD6D0-5A87-4BA2-A13A-0E40511C3CFA}"/>
          </ac:grpSpMkLst>
        </pc:grpChg>
        <pc:grpChg chg="add del">
          <ac:chgData name="Aditya Thakare" userId="c4056d686f250dbc" providerId="LiveId" clId="{ADF5EAFE-B201-4D67-B3ED-B5768577F4E9}" dt="2023-11-28T16:57:37.201" v="127" actId="26606"/>
          <ac:grpSpMkLst>
            <pc:docMk/>
            <pc:sldMk cId="62143274" sldId="282"/>
            <ac:grpSpMk id="36" creationId="{E9537076-EF48-4F72-9164-FD8260D550AC}"/>
          </ac:grpSpMkLst>
        </pc:grpChg>
        <pc:grpChg chg="add del">
          <ac:chgData name="Aditya Thakare" userId="c4056d686f250dbc" providerId="LiveId" clId="{ADF5EAFE-B201-4D67-B3ED-B5768577F4E9}" dt="2023-11-28T16:57:37.201" v="127" actId="26606"/>
          <ac:grpSpMkLst>
            <pc:docMk/>
            <pc:sldMk cId="62143274" sldId="282"/>
            <ac:grpSpMk id="40" creationId="{6EFC3492-86BD-4D75-B5B4-C2DBFE0BD106}"/>
          </ac:grpSpMkLst>
        </pc:grpChg>
        <pc:grpChg chg="add del">
          <ac:chgData name="Aditya Thakare" userId="c4056d686f250dbc" providerId="LiveId" clId="{ADF5EAFE-B201-4D67-B3ED-B5768577F4E9}" dt="2023-11-28T18:10:44.392" v="1372"/>
          <ac:grpSpMkLst>
            <pc:docMk/>
            <pc:sldMk cId="62143274" sldId="282"/>
            <ac:grpSpMk id="49" creationId="{4F4CD6D0-5A87-4BA2-A13A-0E40511C3CFA}"/>
          </ac:grpSpMkLst>
        </pc:grpChg>
        <pc:grpChg chg="add del">
          <ac:chgData name="Aditya Thakare" userId="c4056d686f250dbc" providerId="LiveId" clId="{ADF5EAFE-B201-4D67-B3ED-B5768577F4E9}" dt="2023-11-28T18:10:44.392" v="1372"/>
          <ac:grpSpMkLst>
            <pc:docMk/>
            <pc:sldMk cId="62143274" sldId="282"/>
            <ac:grpSpMk id="53" creationId="{E9537076-EF48-4F72-9164-FD8260D550AC}"/>
          </ac:grpSpMkLst>
        </pc:grpChg>
        <pc:grpChg chg="add del">
          <ac:chgData name="Aditya Thakare" userId="c4056d686f250dbc" providerId="LiveId" clId="{ADF5EAFE-B201-4D67-B3ED-B5768577F4E9}" dt="2023-11-28T18:10:44.392" v="1372"/>
          <ac:grpSpMkLst>
            <pc:docMk/>
            <pc:sldMk cId="62143274" sldId="282"/>
            <ac:grpSpMk id="57" creationId="{6EFC3492-86BD-4D75-B5B4-C2DBFE0BD106}"/>
          </ac:grpSpMkLst>
        </pc:grpChg>
        <pc:picChg chg="add mod ord">
          <ac:chgData name="Aditya Thakare" userId="c4056d686f250dbc" providerId="LiveId" clId="{ADF5EAFE-B201-4D67-B3ED-B5768577F4E9}" dt="2023-11-28T16:55:24.045" v="110" actId="26606"/>
          <ac:picMkLst>
            <pc:docMk/>
            <pc:sldMk cId="62143274" sldId="282"/>
            <ac:picMk id="3" creationId="{47ECABCF-42CF-70F6-9B13-FC9CE63C2367}"/>
          </ac:picMkLst>
        </pc:picChg>
        <pc:picChg chg="add mod">
          <ac:chgData name="Aditya Thakare" userId="c4056d686f250dbc" providerId="LiveId" clId="{ADF5EAFE-B201-4D67-B3ED-B5768577F4E9}" dt="2023-11-28T16:55:24.045" v="110" actId="26606"/>
          <ac:picMkLst>
            <pc:docMk/>
            <pc:sldMk cId="62143274" sldId="282"/>
            <ac:picMk id="5" creationId="{0A979CB8-34D5-02D8-E31A-10610C538776}"/>
          </ac:picMkLst>
        </pc:picChg>
        <pc:picChg chg="add mod">
          <ac:chgData name="Aditya Thakare" userId="c4056d686f250dbc" providerId="LiveId" clId="{ADF5EAFE-B201-4D67-B3ED-B5768577F4E9}" dt="2023-11-28T16:55:24.045" v="110" actId="26606"/>
          <ac:picMkLst>
            <pc:docMk/>
            <pc:sldMk cId="62143274" sldId="282"/>
            <ac:picMk id="7" creationId="{5C2B83A2-CD41-4B1A-D369-809313D1E7DF}"/>
          </ac:picMkLst>
        </pc:picChg>
        <pc:picChg chg="add mod">
          <ac:chgData name="Aditya Thakare" userId="c4056d686f250dbc" providerId="LiveId" clId="{ADF5EAFE-B201-4D67-B3ED-B5768577F4E9}" dt="2023-11-28T18:12:53.587" v="1387" actId="1076"/>
          <ac:picMkLst>
            <pc:docMk/>
            <pc:sldMk cId="62143274" sldId="282"/>
            <ac:picMk id="11" creationId="{A238FA52-12EF-2723-8FF2-2B7D9D3097C6}"/>
          </ac:picMkLst>
        </pc:picChg>
        <pc:picChg chg="add mod">
          <ac:chgData name="Aditya Thakare" userId="c4056d686f250dbc" providerId="LiveId" clId="{ADF5EAFE-B201-4D67-B3ED-B5768577F4E9}" dt="2023-11-28T18:12:47.135" v="1386"/>
          <ac:picMkLst>
            <pc:docMk/>
            <pc:sldMk cId="62143274" sldId="282"/>
            <ac:picMk id="13" creationId="{63D174BD-EF32-3FF2-29F2-16A5B691FEA3}"/>
          </ac:picMkLst>
        </pc:picChg>
        <pc:cxnChg chg="add del">
          <ac:chgData name="Aditya Thakare" userId="c4056d686f250dbc" providerId="LiveId" clId="{ADF5EAFE-B201-4D67-B3ED-B5768577F4E9}" dt="2023-11-28T16:54:59.296" v="107" actId="26606"/>
          <ac:cxnSpMkLst>
            <pc:docMk/>
            <pc:sldMk cId="62143274" sldId="282"/>
            <ac:cxnSpMk id="12" creationId="{DCD67800-37AC-4E14-89B0-F79DCB3FB86D}"/>
          </ac:cxnSpMkLst>
        </pc:cxnChg>
        <pc:cxnChg chg="add del">
          <ac:chgData name="Aditya Thakare" userId="c4056d686f250dbc" providerId="LiveId" clId="{ADF5EAFE-B201-4D67-B3ED-B5768577F4E9}" dt="2023-11-28T16:54:59.296" v="107" actId="26606"/>
          <ac:cxnSpMkLst>
            <pc:docMk/>
            <pc:sldMk cId="62143274" sldId="282"/>
            <ac:cxnSpMk id="14" creationId="{20F1788F-A5AE-4188-8274-F7F2E3833ECD}"/>
          </ac:cxnSpMkLst>
        </pc:cxnChg>
      </pc:sldChg>
      <pc:sldChg chg="addSp delSp modSp new mod setBg delDesignElem">
        <pc:chgData name="Aditya Thakare" userId="c4056d686f250dbc" providerId="LiveId" clId="{ADF5EAFE-B201-4D67-B3ED-B5768577F4E9}" dt="2023-11-28T18:15:44.861" v="1412"/>
        <pc:sldMkLst>
          <pc:docMk/>
          <pc:sldMk cId="1307177283" sldId="283"/>
        </pc:sldMkLst>
        <pc:spChg chg="add del">
          <ac:chgData name="Aditya Thakare" userId="c4056d686f250dbc" providerId="LiveId" clId="{ADF5EAFE-B201-4D67-B3ED-B5768577F4E9}" dt="2023-11-28T16:59:01.242" v="142" actId="11529"/>
          <ac:spMkLst>
            <pc:docMk/>
            <pc:sldMk cId="1307177283" sldId="283"/>
            <ac:spMk id="6" creationId="{CB895AB6-D295-78A5-3A0E-E4CEFF3030FE}"/>
          </ac:spMkLst>
        </pc:spChg>
        <pc:spChg chg="add del">
          <ac:chgData name="Aditya Thakare" userId="c4056d686f250dbc" providerId="LiveId" clId="{ADF5EAFE-B201-4D67-B3ED-B5768577F4E9}" dt="2023-11-28T16:57:53.112" v="129" actId="26606"/>
          <ac:spMkLst>
            <pc:docMk/>
            <pc:sldMk cId="1307177283" sldId="283"/>
            <ac:spMk id="7" creationId="{5F9CFCE6-877F-4858-B8BD-2C52CA8AFBC4}"/>
          </ac:spMkLst>
        </pc:spChg>
        <pc:spChg chg="add del">
          <ac:chgData name="Aditya Thakare" userId="c4056d686f250dbc" providerId="LiveId" clId="{ADF5EAFE-B201-4D67-B3ED-B5768577F4E9}" dt="2023-11-28T16:56:27.800" v="116" actId="26606"/>
          <ac:spMkLst>
            <pc:docMk/>
            <pc:sldMk cId="1307177283" sldId="283"/>
            <ac:spMk id="8" creationId="{32BC26D8-82FB-445E-AA49-62A77D7C1EE0}"/>
          </ac:spMkLst>
        </pc:spChg>
        <pc:spChg chg="add del">
          <ac:chgData name="Aditya Thakare" userId="c4056d686f250dbc" providerId="LiveId" clId="{ADF5EAFE-B201-4D67-B3ED-B5768577F4E9}" dt="2023-11-28T16:57:53.112" v="129" actId="26606"/>
          <ac:spMkLst>
            <pc:docMk/>
            <pc:sldMk cId="1307177283" sldId="283"/>
            <ac:spMk id="9" creationId="{8213F8A0-12AE-4514-8372-0DD766EC28EE}"/>
          </ac:spMkLst>
        </pc:spChg>
        <pc:spChg chg="add del">
          <ac:chgData name="Aditya Thakare" userId="c4056d686f250dbc" providerId="LiveId" clId="{ADF5EAFE-B201-4D67-B3ED-B5768577F4E9}" dt="2023-11-28T16:56:27.800" v="116" actId="26606"/>
          <ac:spMkLst>
            <pc:docMk/>
            <pc:sldMk cId="1307177283" sldId="283"/>
            <ac:spMk id="10" creationId="{CB44330D-EA18-4254-AA95-EB49948539B8}"/>
          </ac:spMkLst>
        </pc:spChg>
        <pc:spChg chg="add del">
          <ac:chgData name="Aditya Thakare" userId="c4056d686f250dbc" providerId="LiveId" clId="{ADF5EAFE-B201-4D67-B3ED-B5768577F4E9}" dt="2023-11-28T16:57:53.112" v="129" actId="26606"/>
          <ac:spMkLst>
            <pc:docMk/>
            <pc:sldMk cId="1307177283" sldId="283"/>
            <ac:spMk id="11" creationId="{9EFF17D4-9A8C-4CE5-B096-D8CCD4400437}"/>
          </ac:spMkLst>
        </pc:spChg>
        <pc:spChg chg="add del">
          <ac:chgData name="Aditya Thakare" userId="c4056d686f250dbc" providerId="LiveId" clId="{ADF5EAFE-B201-4D67-B3ED-B5768577F4E9}" dt="2023-11-28T16:56:30.086" v="118" actId="26606"/>
          <ac:spMkLst>
            <pc:docMk/>
            <pc:sldMk cId="1307177283" sldId="283"/>
            <ac:spMk id="12" creationId="{6FA8F714-B9D8-488A-8CCA-E9948FF913A9}"/>
          </ac:spMkLst>
        </pc:spChg>
        <pc:spChg chg="add del">
          <ac:chgData name="Aditya Thakare" userId="c4056d686f250dbc" providerId="LiveId" clId="{ADF5EAFE-B201-4D67-B3ED-B5768577F4E9}" dt="2023-11-28T16:56:30.086" v="118" actId="26606"/>
          <ac:spMkLst>
            <pc:docMk/>
            <pc:sldMk cId="1307177283" sldId="283"/>
            <ac:spMk id="13" creationId="{B9FF99BD-075F-4761-A995-6FC574BD25EA}"/>
          </ac:spMkLst>
        </pc:spChg>
        <pc:spChg chg="add del">
          <ac:chgData name="Aditya Thakare" userId="c4056d686f250dbc" providerId="LiveId" clId="{ADF5EAFE-B201-4D67-B3ED-B5768577F4E9}" dt="2023-11-28T16:56:30.086" v="118" actId="26606"/>
          <ac:spMkLst>
            <pc:docMk/>
            <pc:sldMk cId="1307177283" sldId="283"/>
            <ac:spMk id="14" creationId="{A7B21A54-9BA3-4EA9-B460-5A829ADD9051}"/>
          </ac:spMkLst>
        </pc:spChg>
        <pc:spChg chg="add del">
          <ac:chgData name="Aditya Thakare" userId="c4056d686f250dbc" providerId="LiveId" clId="{ADF5EAFE-B201-4D67-B3ED-B5768577F4E9}" dt="2023-11-28T16:58:03.175" v="131" actId="26606"/>
          <ac:spMkLst>
            <pc:docMk/>
            <pc:sldMk cId="1307177283" sldId="283"/>
            <ac:spMk id="15" creationId="{0205D939-00C4-4F2E-9797-3170DD040D90}"/>
          </ac:spMkLst>
        </pc:spChg>
        <pc:spChg chg="add del">
          <ac:chgData name="Aditya Thakare" userId="c4056d686f250dbc" providerId="LiveId" clId="{ADF5EAFE-B201-4D67-B3ED-B5768577F4E9}" dt="2023-11-28T16:56:33.354" v="120" actId="26606"/>
          <ac:spMkLst>
            <pc:docMk/>
            <pc:sldMk cId="1307177283" sldId="283"/>
            <ac:spMk id="16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6:56:33.354" v="120" actId="26606"/>
          <ac:spMkLst>
            <pc:docMk/>
            <pc:sldMk cId="1307177283" sldId="283"/>
            <ac:spMk id="17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6:56:33.354" v="120" actId="26606"/>
          <ac:spMkLst>
            <pc:docMk/>
            <pc:sldMk cId="1307177283" sldId="283"/>
            <ac:spMk id="18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6:56:33.354" v="120" actId="26606"/>
          <ac:spMkLst>
            <pc:docMk/>
            <pc:sldMk cId="1307177283" sldId="283"/>
            <ac:spMk id="19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6:56:33.354" v="120" actId="26606"/>
          <ac:spMkLst>
            <pc:docMk/>
            <pc:sldMk cId="1307177283" sldId="283"/>
            <ac:spMk id="20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6:56:33.354" v="120" actId="26606"/>
          <ac:spMkLst>
            <pc:docMk/>
            <pc:sldMk cId="1307177283" sldId="283"/>
            <ac:spMk id="21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6:56:33.354" v="120" actId="26606"/>
          <ac:spMkLst>
            <pc:docMk/>
            <pc:sldMk cId="1307177283" sldId="283"/>
            <ac:spMk id="22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6:58:03.175" v="131" actId="26606"/>
          <ac:spMkLst>
            <pc:docMk/>
            <pc:sldMk cId="1307177283" sldId="283"/>
            <ac:spMk id="23" creationId="{38EE4E44-1403-472B-8C01-D354CB8F5AE7}"/>
          </ac:spMkLst>
        </pc:spChg>
        <pc:spChg chg="add del">
          <ac:chgData name="Aditya Thakare" userId="c4056d686f250dbc" providerId="LiveId" clId="{ADF5EAFE-B201-4D67-B3ED-B5768577F4E9}" dt="2023-11-28T16:58:03.175" v="131" actId="26606"/>
          <ac:spMkLst>
            <pc:docMk/>
            <pc:sldMk cId="1307177283" sldId="283"/>
            <ac:spMk id="24" creationId="{583CCE40-4C5F-42D3-86D9-7892AD1E98E3}"/>
          </ac:spMkLst>
        </pc:spChg>
        <pc:spChg chg="add del">
          <ac:chgData name="Aditya Thakare" userId="c4056d686f250dbc" providerId="LiveId" clId="{ADF5EAFE-B201-4D67-B3ED-B5768577F4E9}" dt="2023-11-28T17:00:08.065" v="144" actId="478"/>
          <ac:spMkLst>
            <pc:docMk/>
            <pc:sldMk cId="1307177283" sldId="283"/>
            <ac:spMk id="25" creationId="{B59E365D-DAB3-FEDC-4B09-8DDDEAEEAA93}"/>
          </ac:spMkLst>
        </pc:spChg>
        <pc:spChg chg="add del">
          <ac:chgData name="Aditya Thakare" userId="c4056d686f250dbc" providerId="LiveId" clId="{ADF5EAFE-B201-4D67-B3ED-B5768577F4E9}" dt="2023-11-28T16:58:04.972" v="133" actId="26606"/>
          <ac:spMkLst>
            <pc:docMk/>
            <pc:sldMk cId="1307177283" sldId="283"/>
            <ac:spMk id="26" creationId="{8950AD4C-6AF3-49F8-94E1-DBCAFB39478B}"/>
          </ac:spMkLst>
        </pc:spChg>
        <pc:spChg chg="add del">
          <ac:chgData name="Aditya Thakare" userId="c4056d686f250dbc" providerId="LiveId" clId="{ADF5EAFE-B201-4D67-B3ED-B5768577F4E9}" dt="2023-11-28T16:58:04.972" v="133" actId="26606"/>
          <ac:spMkLst>
            <pc:docMk/>
            <pc:sldMk cId="1307177283" sldId="283"/>
            <ac:spMk id="27" creationId="{4F359677-6547-4AEF-BE61-1F63509981D5}"/>
          </ac:spMkLst>
        </pc:spChg>
        <pc:spChg chg="add del">
          <ac:chgData name="Aditya Thakare" userId="c4056d686f250dbc" providerId="LiveId" clId="{ADF5EAFE-B201-4D67-B3ED-B5768577F4E9}" dt="2023-11-28T16:58:04.972" v="133" actId="26606"/>
          <ac:spMkLst>
            <pc:docMk/>
            <pc:sldMk cId="1307177283" sldId="283"/>
            <ac:spMk id="28" creationId="{E03EB81F-53EA-4ACC-A424-38FB58A73C22}"/>
          </ac:spMkLst>
        </pc:spChg>
        <pc:spChg chg="add del">
          <ac:chgData name="Aditya Thakare" userId="c4056d686f250dbc" providerId="LiveId" clId="{ADF5EAFE-B201-4D67-B3ED-B5768577F4E9}" dt="2023-11-28T16:58:04.972" v="133" actId="26606"/>
          <ac:spMkLst>
            <pc:docMk/>
            <pc:sldMk cId="1307177283" sldId="283"/>
            <ac:spMk id="29" creationId="{8E7A830E-EB82-4D23-B515-44E41D56430D}"/>
          </ac:spMkLst>
        </pc:spChg>
        <pc:spChg chg="add del">
          <ac:chgData name="Aditya Thakare" userId="c4056d686f250dbc" providerId="LiveId" clId="{ADF5EAFE-B201-4D67-B3ED-B5768577F4E9}" dt="2023-11-28T16:58:04.972" v="133" actId="26606"/>
          <ac:spMkLst>
            <pc:docMk/>
            <pc:sldMk cId="1307177283" sldId="283"/>
            <ac:spMk id="30" creationId="{515AACE5-C50C-49EE-BD63-88D28D469823}"/>
          </ac:spMkLst>
        </pc:spChg>
        <pc:spChg chg="add del">
          <ac:chgData name="Aditya Thakare" userId="c4056d686f250dbc" providerId="LiveId" clId="{ADF5EAFE-B201-4D67-B3ED-B5768577F4E9}" dt="2023-11-28T16:58:04.972" v="133" actId="26606"/>
          <ac:spMkLst>
            <pc:docMk/>
            <pc:sldMk cId="1307177283" sldId="283"/>
            <ac:spMk id="31" creationId="{4311BE2A-DAA1-49F6-83F6-3D543B8EA4A7}"/>
          </ac:spMkLst>
        </pc:spChg>
        <pc:spChg chg="add del">
          <ac:chgData name="Aditya Thakare" userId="c4056d686f250dbc" providerId="LiveId" clId="{ADF5EAFE-B201-4D67-B3ED-B5768577F4E9}" dt="2023-11-28T17:00:22.300" v="146" actId="26606"/>
          <ac:spMkLst>
            <pc:docMk/>
            <pc:sldMk cId="1307177283" sldId="283"/>
            <ac:spMk id="32" creationId="{A9F529C3-C941-49FD-8C67-82F134F64BDB}"/>
          </ac:spMkLst>
        </pc:spChg>
        <pc:spChg chg="add del">
          <ac:chgData name="Aditya Thakare" userId="c4056d686f250dbc" providerId="LiveId" clId="{ADF5EAFE-B201-4D67-B3ED-B5768577F4E9}" dt="2023-11-28T16:58:05.535" v="135" actId="26606"/>
          <ac:spMkLst>
            <pc:docMk/>
            <pc:sldMk cId="1307177283" sldId="283"/>
            <ac:spMk id="33" creationId="{8950AD4C-6AF3-49F8-94E1-DBCAFB39478B}"/>
          </ac:spMkLst>
        </pc:spChg>
        <pc:spChg chg="add del">
          <ac:chgData name="Aditya Thakare" userId="c4056d686f250dbc" providerId="LiveId" clId="{ADF5EAFE-B201-4D67-B3ED-B5768577F4E9}" dt="2023-11-28T16:58:05.535" v="135" actId="26606"/>
          <ac:spMkLst>
            <pc:docMk/>
            <pc:sldMk cId="1307177283" sldId="283"/>
            <ac:spMk id="34" creationId="{0ACBD85E-A404-45CB-B532-1039E479D4C6}"/>
          </ac:spMkLst>
        </pc:spChg>
        <pc:spChg chg="add del">
          <ac:chgData name="Aditya Thakare" userId="c4056d686f250dbc" providerId="LiveId" clId="{ADF5EAFE-B201-4D67-B3ED-B5768577F4E9}" dt="2023-11-28T16:58:05.535" v="135" actId="26606"/>
          <ac:spMkLst>
            <pc:docMk/>
            <pc:sldMk cId="1307177283" sldId="283"/>
            <ac:spMk id="35" creationId="{DB1626B1-BAC7-4893-A5AC-620597685187}"/>
          </ac:spMkLst>
        </pc:spChg>
        <pc:spChg chg="add del">
          <ac:chgData name="Aditya Thakare" userId="c4056d686f250dbc" providerId="LiveId" clId="{ADF5EAFE-B201-4D67-B3ED-B5768577F4E9}" dt="2023-11-28T16:58:05.535" v="135" actId="26606"/>
          <ac:spMkLst>
            <pc:docMk/>
            <pc:sldMk cId="1307177283" sldId="283"/>
            <ac:spMk id="36" creationId="{D64E9910-51FE-45BF-973D-9D2401FD3C63}"/>
          </ac:spMkLst>
        </pc:spChg>
        <pc:spChg chg="add del">
          <ac:chgData name="Aditya Thakare" userId="c4056d686f250dbc" providerId="LiveId" clId="{ADF5EAFE-B201-4D67-B3ED-B5768577F4E9}" dt="2023-11-28T17:00:22.300" v="146" actId="26606"/>
          <ac:spMkLst>
            <pc:docMk/>
            <pc:sldMk cId="1307177283" sldId="283"/>
            <ac:spMk id="37" creationId="{20586029-32A0-47E5-9AEC-AE3ABA6B94D0}"/>
          </ac:spMkLst>
        </pc:spChg>
        <pc:spChg chg="add del">
          <ac:chgData name="Aditya Thakare" userId="c4056d686f250dbc" providerId="LiveId" clId="{ADF5EAFE-B201-4D67-B3ED-B5768577F4E9}" dt="2023-11-28T16:58:14.257" v="137" actId="26606"/>
          <ac:spMkLst>
            <pc:docMk/>
            <pc:sldMk cId="1307177283" sldId="283"/>
            <ac:spMk id="38" creationId="{A169D286-F4D7-4C8B-A6BD-D05384C7F1D8}"/>
          </ac:spMkLst>
        </pc:spChg>
        <pc:spChg chg="add del">
          <ac:chgData name="Aditya Thakare" userId="c4056d686f250dbc" providerId="LiveId" clId="{ADF5EAFE-B201-4D67-B3ED-B5768577F4E9}" dt="2023-11-28T16:58:14.257" v="137" actId="26606"/>
          <ac:spMkLst>
            <pc:docMk/>
            <pc:sldMk cId="1307177283" sldId="283"/>
            <ac:spMk id="40" creationId="{69D184B2-2226-4E31-BCCB-444330767440}"/>
          </ac:spMkLst>
        </pc:spChg>
        <pc:spChg chg="add del">
          <ac:chgData name="Aditya Thakare" userId="c4056d686f250dbc" providerId="LiveId" clId="{ADF5EAFE-B201-4D67-B3ED-B5768577F4E9}" dt="2023-11-28T16:58:14.257" v="137" actId="26606"/>
          <ac:spMkLst>
            <pc:docMk/>
            <pc:sldMk cId="1307177283" sldId="283"/>
            <ac:spMk id="41" creationId="{1AC4D4E3-486A-464A-8EC8-D44881097267}"/>
          </ac:spMkLst>
        </pc:spChg>
        <pc:spChg chg="add mod ord">
          <ac:chgData name="Aditya Thakare" userId="c4056d686f250dbc" providerId="LiveId" clId="{ADF5EAFE-B201-4D67-B3ED-B5768577F4E9}" dt="2023-11-28T18:15:31.682" v="1409" actId="5793"/>
          <ac:spMkLst>
            <pc:docMk/>
            <pc:sldMk cId="1307177283" sldId="283"/>
            <ac:spMk id="45" creationId="{CEF16AF1-C3C4-72F8-2C59-D98EF5006E65}"/>
          </ac:spMkLst>
        </pc:spChg>
        <pc:spChg chg="add del">
          <ac:chgData name="Aditya Thakare" userId="c4056d686f250dbc" providerId="LiveId" clId="{ADF5EAFE-B201-4D67-B3ED-B5768577F4E9}" dt="2023-11-28T17:00:27.142" v="150" actId="26606"/>
          <ac:spMkLst>
            <pc:docMk/>
            <pc:sldMk cId="1307177283" sldId="283"/>
            <ac:spMk id="46" creationId="{A9F529C3-C941-49FD-8C67-82F134F64BDB}"/>
          </ac:spMkLst>
        </pc:spChg>
        <pc:spChg chg="add del">
          <ac:chgData name="Aditya Thakare" userId="c4056d686f250dbc" providerId="LiveId" clId="{ADF5EAFE-B201-4D67-B3ED-B5768577F4E9}" dt="2023-11-28T17:00:27.142" v="150" actId="26606"/>
          <ac:spMkLst>
            <pc:docMk/>
            <pc:sldMk cId="1307177283" sldId="283"/>
            <ac:spMk id="47" creationId="{20586029-32A0-47E5-9AEC-AE3ABA6B94D0}"/>
          </ac:spMkLst>
        </pc:spChg>
        <pc:spChg chg="add mod">
          <ac:chgData name="Aditya Thakare" userId="c4056d686f250dbc" providerId="LiveId" clId="{ADF5EAFE-B201-4D67-B3ED-B5768577F4E9}" dt="2023-11-28T18:15:14.532" v="1407" actId="1076"/>
          <ac:spMkLst>
            <pc:docMk/>
            <pc:sldMk cId="1307177283" sldId="283"/>
            <ac:spMk id="49" creationId="{BE21CB48-F4F7-741E-3F16-C3D54F8748A3}"/>
          </ac:spMkLst>
        </pc:spChg>
        <pc:spChg chg="add del">
          <ac:chgData name="Aditya Thakare" userId="c4056d686f250dbc" providerId="LiveId" clId="{ADF5EAFE-B201-4D67-B3ED-B5768577F4E9}" dt="2023-11-28T18:14:24.597" v="1399" actId="26606"/>
          <ac:spMkLst>
            <pc:docMk/>
            <pc:sldMk cId="1307177283" sldId="283"/>
            <ac:spMk id="50" creationId="{5F9CFCE6-877F-4858-B8BD-2C52CA8AFBC4}"/>
          </ac:spMkLst>
        </pc:spChg>
        <pc:spChg chg="add del">
          <ac:chgData name="Aditya Thakare" userId="c4056d686f250dbc" providerId="LiveId" clId="{ADF5EAFE-B201-4D67-B3ED-B5768577F4E9}" dt="2023-11-28T18:14:24.597" v="1399" actId="26606"/>
          <ac:spMkLst>
            <pc:docMk/>
            <pc:sldMk cId="1307177283" sldId="283"/>
            <ac:spMk id="51" creationId="{8213F8A0-12AE-4514-8372-0DD766EC28EE}"/>
          </ac:spMkLst>
        </pc:spChg>
        <pc:spChg chg="add del">
          <ac:chgData name="Aditya Thakare" userId="c4056d686f250dbc" providerId="LiveId" clId="{ADF5EAFE-B201-4D67-B3ED-B5768577F4E9}" dt="2023-11-28T18:14:24.597" v="1399" actId="26606"/>
          <ac:spMkLst>
            <pc:docMk/>
            <pc:sldMk cId="1307177283" sldId="283"/>
            <ac:spMk id="52" creationId="{9EFF17D4-9A8C-4CE5-B096-D8CCD4400437}"/>
          </ac:spMkLst>
        </pc:spChg>
        <pc:spChg chg="add del">
          <ac:chgData name="Aditya Thakare" userId="c4056d686f250dbc" providerId="LiveId" clId="{ADF5EAFE-B201-4D67-B3ED-B5768577F4E9}" dt="2023-11-28T18:13:45.682" v="1392" actId="26606"/>
          <ac:spMkLst>
            <pc:docMk/>
            <pc:sldMk cId="1307177283" sldId="283"/>
            <ac:spMk id="57" creationId="{5EF17487-C386-4F99-B5EB-4FD3DF4236B2}"/>
          </ac:spMkLst>
        </pc:spChg>
        <pc:spChg chg="add del">
          <ac:chgData name="Aditya Thakare" userId="c4056d686f250dbc" providerId="LiveId" clId="{ADF5EAFE-B201-4D67-B3ED-B5768577F4E9}" dt="2023-11-28T18:13:45.682" v="1392" actId="26606"/>
          <ac:spMkLst>
            <pc:docMk/>
            <pc:sldMk cId="1307177283" sldId="283"/>
            <ac:spMk id="59" creationId="{A0DE92DF-4769-4DE9-93FD-EE31271850CA}"/>
          </ac:spMkLst>
        </pc:spChg>
        <pc:spChg chg="add del">
          <ac:chgData name="Aditya Thakare" userId="c4056d686f250dbc" providerId="LiveId" clId="{ADF5EAFE-B201-4D67-B3ED-B5768577F4E9}" dt="2023-11-28T18:13:47.454" v="1394" actId="26606"/>
          <ac:spMkLst>
            <pc:docMk/>
            <pc:sldMk cId="1307177283" sldId="283"/>
            <ac:spMk id="61" creationId="{3B438362-1E1E-4C62-A99E-4134CB16366C}"/>
          </ac:spMkLst>
        </pc:spChg>
        <pc:spChg chg="add del">
          <ac:chgData name="Aditya Thakare" userId="c4056d686f250dbc" providerId="LiveId" clId="{ADF5EAFE-B201-4D67-B3ED-B5768577F4E9}" dt="2023-11-28T18:13:47.454" v="1394" actId="26606"/>
          <ac:spMkLst>
            <pc:docMk/>
            <pc:sldMk cId="1307177283" sldId="283"/>
            <ac:spMk id="62" creationId="{231598CC-E9D8-46F1-A31D-21527BFD635F}"/>
          </ac:spMkLst>
        </pc:spChg>
        <pc:spChg chg="add del">
          <ac:chgData name="Aditya Thakare" userId="c4056d686f250dbc" providerId="LiveId" clId="{ADF5EAFE-B201-4D67-B3ED-B5768577F4E9}" dt="2023-11-28T18:13:47.454" v="1394" actId="26606"/>
          <ac:spMkLst>
            <pc:docMk/>
            <pc:sldMk cId="1307177283" sldId="283"/>
            <ac:spMk id="63" creationId="{6C077334-5571-4B83-A83E-4CCCFA7B5E8A}"/>
          </ac:spMkLst>
        </pc:spChg>
        <pc:spChg chg="add del">
          <ac:chgData name="Aditya Thakare" userId="c4056d686f250dbc" providerId="LiveId" clId="{ADF5EAFE-B201-4D67-B3ED-B5768577F4E9}" dt="2023-11-28T18:13:47.454" v="1394" actId="26606"/>
          <ac:spMkLst>
            <pc:docMk/>
            <pc:sldMk cId="1307177283" sldId="283"/>
            <ac:spMk id="64" creationId="{CB147A70-DC29-4DDF-A34C-2B82C6E2295E}"/>
          </ac:spMkLst>
        </pc:spChg>
        <pc:spChg chg="add del">
          <ac:chgData name="Aditya Thakare" userId="c4056d686f250dbc" providerId="LiveId" clId="{ADF5EAFE-B201-4D67-B3ED-B5768577F4E9}" dt="2023-11-28T18:13:47.454" v="1394" actId="26606"/>
          <ac:spMkLst>
            <pc:docMk/>
            <pc:sldMk cId="1307177283" sldId="283"/>
            <ac:spMk id="67" creationId="{0F646DF8-223D-47DD-95B1-F2654229E56C}"/>
          </ac:spMkLst>
        </pc:spChg>
        <pc:spChg chg="add del">
          <ac:chgData name="Aditya Thakare" userId="c4056d686f250dbc" providerId="LiveId" clId="{ADF5EAFE-B201-4D67-B3ED-B5768577F4E9}" dt="2023-11-28T18:13:47.454" v="1394" actId="26606"/>
          <ac:spMkLst>
            <pc:docMk/>
            <pc:sldMk cId="1307177283" sldId="283"/>
            <ac:spMk id="69" creationId="{4D3DC50D-CA0F-48F9-B17E-20D8669AA4E0}"/>
          </ac:spMkLst>
        </pc:spChg>
        <pc:spChg chg="add del">
          <ac:chgData name="Aditya Thakare" userId="c4056d686f250dbc" providerId="LiveId" clId="{ADF5EAFE-B201-4D67-B3ED-B5768577F4E9}" dt="2023-11-28T18:13:53.284" v="1396" actId="26606"/>
          <ac:spMkLst>
            <pc:docMk/>
            <pc:sldMk cId="1307177283" sldId="283"/>
            <ac:spMk id="71" creationId="{BC4D59FA-6598-1054-8F64-6BC15A64D235}"/>
          </ac:spMkLst>
        </pc:spChg>
        <pc:spChg chg="add del">
          <ac:chgData name="Aditya Thakare" userId="c4056d686f250dbc" providerId="LiveId" clId="{ADF5EAFE-B201-4D67-B3ED-B5768577F4E9}" dt="2023-11-28T18:13:53.284" v="1396" actId="26606"/>
          <ac:spMkLst>
            <pc:docMk/>
            <pc:sldMk cId="1307177283" sldId="283"/>
            <ac:spMk id="72" creationId="{884AA349-8E92-2C1B-94E6-C3DA75936D6B}"/>
          </ac:spMkLst>
        </pc:spChg>
        <pc:spChg chg="add del">
          <ac:chgData name="Aditya Thakare" userId="c4056d686f250dbc" providerId="LiveId" clId="{ADF5EAFE-B201-4D67-B3ED-B5768577F4E9}" dt="2023-11-28T18:13:53.284" v="1396" actId="26606"/>
          <ac:spMkLst>
            <pc:docMk/>
            <pc:sldMk cId="1307177283" sldId="283"/>
            <ac:spMk id="73" creationId="{8E7DF361-448F-4E1B-22A1-B3C37593C481}"/>
          </ac:spMkLst>
        </pc:spChg>
        <pc:spChg chg="add del">
          <ac:chgData name="Aditya Thakare" userId="c4056d686f250dbc" providerId="LiveId" clId="{ADF5EAFE-B201-4D67-B3ED-B5768577F4E9}" dt="2023-11-28T18:14:24.582" v="1398" actId="26606"/>
          <ac:spMkLst>
            <pc:docMk/>
            <pc:sldMk cId="1307177283" sldId="283"/>
            <ac:spMk id="75" creationId="{1500B4A4-B1F1-41EA-886A-B8A210DBCA3B}"/>
          </ac:spMkLst>
        </pc:spChg>
        <pc:spChg chg="add del">
          <ac:chgData name="Aditya Thakare" userId="c4056d686f250dbc" providerId="LiveId" clId="{ADF5EAFE-B201-4D67-B3ED-B5768577F4E9}" dt="2023-11-28T18:14:24.582" v="1398" actId="26606"/>
          <ac:spMkLst>
            <pc:docMk/>
            <pc:sldMk cId="1307177283" sldId="283"/>
            <ac:spMk id="76" creationId="{5E55A99C-0BDC-4DBE-8E40-9FA66F629FA1}"/>
          </ac:spMkLst>
        </pc:spChg>
        <pc:spChg chg="add">
          <ac:chgData name="Aditya Thakare" userId="c4056d686f250dbc" providerId="LiveId" clId="{ADF5EAFE-B201-4D67-B3ED-B5768577F4E9}" dt="2023-11-28T18:14:24.597" v="1399" actId="26606"/>
          <ac:spMkLst>
            <pc:docMk/>
            <pc:sldMk cId="1307177283" sldId="283"/>
            <ac:spMk id="78" creationId="{8761DDFE-071F-4200-B0AA-394476C2D2D6}"/>
          </ac:spMkLst>
        </pc:spChg>
        <pc:picChg chg="add mod ord">
          <ac:chgData name="Aditya Thakare" userId="c4056d686f250dbc" providerId="LiveId" clId="{ADF5EAFE-B201-4D67-B3ED-B5768577F4E9}" dt="2023-11-28T18:15:40.447" v="1411" actId="14100"/>
          <ac:picMkLst>
            <pc:docMk/>
            <pc:sldMk cId="1307177283" sldId="283"/>
            <ac:picMk id="3" creationId="{7F5796E2-3F3E-7C16-2A29-7F85D59BFF3C}"/>
          </ac:picMkLst>
        </pc:picChg>
        <pc:picChg chg="add mod ord">
          <ac:chgData name="Aditya Thakare" userId="c4056d686f250dbc" providerId="LiveId" clId="{ADF5EAFE-B201-4D67-B3ED-B5768577F4E9}" dt="2023-11-28T18:14:24.597" v="1399" actId="26606"/>
          <ac:picMkLst>
            <pc:docMk/>
            <pc:sldMk cId="1307177283" sldId="283"/>
            <ac:picMk id="5" creationId="{57D9E2CC-1F61-B24D-7D1D-19E881FD492B}"/>
          </ac:picMkLst>
        </pc:picChg>
        <pc:picChg chg="add mod">
          <ac:chgData name="Aditya Thakare" userId="c4056d686f250dbc" providerId="LiveId" clId="{ADF5EAFE-B201-4D67-B3ED-B5768577F4E9}" dt="2023-11-28T18:15:44.861" v="1412"/>
          <ac:picMkLst>
            <pc:docMk/>
            <pc:sldMk cId="1307177283" sldId="283"/>
            <ac:picMk id="53" creationId="{6497721F-9248-60A5-6709-17048A7C02A2}"/>
          </ac:picMkLst>
        </pc:picChg>
        <pc:picChg chg="add mod">
          <ac:chgData name="Aditya Thakare" userId="c4056d686f250dbc" providerId="LiveId" clId="{ADF5EAFE-B201-4D67-B3ED-B5768577F4E9}" dt="2023-11-28T18:15:44.861" v="1412"/>
          <ac:picMkLst>
            <pc:docMk/>
            <pc:sldMk cId="1307177283" sldId="283"/>
            <ac:picMk id="54" creationId="{B5363852-FA3B-F546-A66B-523097442DB5}"/>
          </ac:picMkLst>
        </pc:picChg>
        <pc:cxnChg chg="add del">
          <ac:chgData name="Aditya Thakare" userId="c4056d686f250dbc" providerId="LiveId" clId="{ADF5EAFE-B201-4D67-B3ED-B5768577F4E9}" dt="2023-11-28T16:58:14.257" v="137" actId="26606"/>
          <ac:cxnSpMkLst>
            <pc:docMk/>
            <pc:sldMk cId="1307177283" sldId="283"/>
            <ac:cxnSpMk id="39" creationId="{C6A33FE0-273C-421C-868F-DDB96F238DAA}"/>
          </ac:cxnSpMkLst>
        </pc:cxnChg>
        <pc:cxnChg chg="add del">
          <ac:chgData name="Aditya Thakare" userId="c4056d686f250dbc" providerId="LiveId" clId="{ADF5EAFE-B201-4D67-B3ED-B5768577F4E9}" dt="2023-11-28T17:00:22.300" v="146" actId="26606"/>
          <ac:cxnSpMkLst>
            <pc:docMk/>
            <pc:sldMk cId="1307177283" sldId="283"/>
            <ac:cxnSpMk id="42" creationId="{8C730EAB-A532-4295-A302-FB4B90DB9F5E}"/>
          </ac:cxnSpMkLst>
        </pc:cxnChg>
        <pc:cxnChg chg="add del">
          <ac:chgData name="Aditya Thakare" userId="c4056d686f250dbc" providerId="LiveId" clId="{ADF5EAFE-B201-4D67-B3ED-B5768577F4E9}" dt="2023-11-28T16:58:15.332" v="139" actId="26606"/>
          <ac:cxnSpMkLst>
            <pc:docMk/>
            <pc:sldMk cId="1307177283" sldId="283"/>
            <ac:cxnSpMk id="43" creationId="{4D56677B-C0B7-4DAC-ACAD-8054FF1B599A}"/>
          </ac:cxnSpMkLst>
        </pc:cxnChg>
        <pc:cxnChg chg="add del">
          <ac:chgData name="Aditya Thakare" userId="c4056d686f250dbc" providerId="LiveId" clId="{ADF5EAFE-B201-4D67-B3ED-B5768577F4E9}" dt="2023-11-28T17:00:24.518" v="148" actId="26606"/>
          <ac:cxnSpMkLst>
            <pc:docMk/>
            <pc:sldMk cId="1307177283" sldId="283"/>
            <ac:cxnSpMk id="44" creationId="{1C6AAE25-BD23-41B5-AAE4-1DA5898C2ADB}"/>
          </ac:cxnSpMkLst>
        </pc:cxnChg>
        <pc:cxnChg chg="add del">
          <ac:chgData name="Aditya Thakare" userId="c4056d686f250dbc" providerId="LiveId" clId="{ADF5EAFE-B201-4D67-B3ED-B5768577F4E9}" dt="2023-11-28T17:00:27.142" v="150" actId="26606"/>
          <ac:cxnSpMkLst>
            <pc:docMk/>
            <pc:sldMk cId="1307177283" sldId="283"/>
            <ac:cxnSpMk id="48" creationId="{8C730EAB-A532-4295-A302-FB4B90DB9F5E}"/>
          </ac:cxnSpMkLst>
        </pc:cxnChg>
        <pc:cxnChg chg="add del">
          <ac:chgData name="Aditya Thakare" userId="c4056d686f250dbc" providerId="LiveId" clId="{ADF5EAFE-B201-4D67-B3ED-B5768577F4E9}" dt="2023-11-28T18:13:47.454" v="1394" actId="26606"/>
          <ac:cxnSpMkLst>
            <pc:docMk/>
            <pc:sldMk cId="1307177283" sldId="283"/>
            <ac:cxnSpMk id="65" creationId="{2F61ABFD-DE05-41FD-A6B7-6D40196C1570}"/>
          </ac:cxnSpMkLst>
        </pc:cxnChg>
      </pc:sldChg>
      <pc:sldChg chg="addSp delSp modSp new mod setBg">
        <pc:chgData name="Aditya Thakare" userId="c4056d686f250dbc" providerId="LiveId" clId="{ADF5EAFE-B201-4D67-B3ED-B5768577F4E9}" dt="2023-11-28T18:15:50.853" v="1413"/>
        <pc:sldMkLst>
          <pc:docMk/>
          <pc:sldMk cId="3119507014" sldId="284"/>
        </pc:sldMkLst>
        <pc:spChg chg="add del mod">
          <ac:chgData name="Aditya Thakare" userId="c4056d686f250dbc" providerId="LiveId" clId="{ADF5EAFE-B201-4D67-B3ED-B5768577F4E9}" dt="2023-11-28T17:16:33.861" v="813" actId="478"/>
          <ac:spMkLst>
            <pc:docMk/>
            <pc:sldMk cId="3119507014" sldId="284"/>
            <ac:spMk id="4" creationId="{F5F293DC-E54F-A3FE-727E-3BBC89101CD3}"/>
          </ac:spMkLst>
        </pc:spChg>
        <pc:spChg chg="add del">
          <ac:chgData name="Aditya Thakare" userId="c4056d686f250dbc" providerId="LiveId" clId="{ADF5EAFE-B201-4D67-B3ED-B5768577F4E9}" dt="2023-11-28T17:01:25.384" v="165" actId="26606"/>
          <ac:spMkLst>
            <pc:docMk/>
            <pc:sldMk cId="3119507014" sldId="284"/>
            <ac:spMk id="5" creationId="{3DAD86CA-8235-409B-982B-5E7A033E2392}"/>
          </ac:spMkLst>
        </pc:spChg>
        <pc:spChg chg="add del">
          <ac:chgData name="Aditya Thakare" userId="c4056d686f250dbc" providerId="LiveId" clId="{ADF5EAFE-B201-4D67-B3ED-B5768577F4E9}" dt="2023-11-28T17:01:25.384" v="165" actId="26606"/>
          <ac:spMkLst>
            <pc:docMk/>
            <pc:sldMk cId="3119507014" sldId="284"/>
            <ac:spMk id="6" creationId="{9F234FBA-3501-47B4-AE0C-AA4AFBC8F603}"/>
          </ac:spMkLst>
        </pc:spChg>
        <pc:spChg chg="add del">
          <ac:chgData name="Aditya Thakare" userId="c4056d686f250dbc" providerId="LiveId" clId="{ADF5EAFE-B201-4D67-B3ED-B5768577F4E9}" dt="2023-11-28T17:01:25.384" v="165" actId="26606"/>
          <ac:spMkLst>
            <pc:docMk/>
            <pc:sldMk cId="3119507014" sldId="284"/>
            <ac:spMk id="7" creationId="{B5EF893B-0491-416E-9D33-BADE9600792A}"/>
          </ac:spMkLst>
        </pc:spChg>
        <pc:spChg chg="add del">
          <ac:chgData name="Aditya Thakare" userId="c4056d686f250dbc" providerId="LiveId" clId="{ADF5EAFE-B201-4D67-B3ED-B5768577F4E9}" dt="2023-11-28T17:01:16.659" v="159" actId="26606"/>
          <ac:spMkLst>
            <pc:docMk/>
            <pc:sldMk cId="3119507014" sldId="284"/>
            <ac:spMk id="8" creationId="{42A4FC2C-047E-45A5-965D-8E1E3BF09BC6}"/>
          </ac:spMkLst>
        </pc:spChg>
        <pc:spChg chg="add del">
          <ac:chgData name="Aditya Thakare" userId="c4056d686f250dbc" providerId="LiveId" clId="{ADF5EAFE-B201-4D67-B3ED-B5768577F4E9}" dt="2023-11-28T17:16:23.479" v="806" actId="26606"/>
          <ac:spMkLst>
            <pc:docMk/>
            <pc:sldMk cId="3119507014" sldId="284"/>
            <ac:spMk id="9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1:18.100" v="161" actId="26606"/>
          <ac:spMkLst>
            <pc:docMk/>
            <pc:sldMk cId="3119507014" sldId="284"/>
            <ac:spMk id="10" creationId="{A7B21A54-9BA3-4EA9-B460-5A829ADD9051}"/>
          </ac:spMkLst>
        </pc:spChg>
        <pc:spChg chg="add del">
          <ac:chgData name="Aditya Thakare" userId="c4056d686f250dbc" providerId="LiveId" clId="{ADF5EAFE-B201-4D67-B3ED-B5768577F4E9}" dt="2023-11-28T17:01:18.100" v="161" actId="26606"/>
          <ac:spMkLst>
            <pc:docMk/>
            <pc:sldMk cId="3119507014" sldId="284"/>
            <ac:spMk id="11" creationId="{B9FF99BD-075F-4761-A995-6FC574BD25EA}"/>
          </ac:spMkLst>
        </pc:spChg>
        <pc:spChg chg="add del">
          <ac:chgData name="Aditya Thakare" userId="c4056d686f250dbc" providerId="LiveId" clId="{ADF5EAFE-B201-4D67-B3ED-B5768577F4E9}" dt="2023-11-28T17:01:18.100" v="161" actId="26606"/>
          <ac:spMkLst>
            <pc:docMk/>
            <pc:sldMk cId="3119507014" sldId="284"/>
            <ac:spMk id="12" creationId="{6FA8F714-B9D8-488A-8CCA-E9948FF913A9}"/>
          </ac:spMkLst>
        </pc:spChg>
        <pc:spChg chg="add del">
          <ac:chgData name="Aditya Thakare" userId="c4056d686f250dbc" providerId="LiveId" clId="{ADF5EAFE-B201-4D67-B3ED-B5768577F4E9}" dt="2023-11-28T17:16:23.479" v="806" actId="26606"/>
          <ac:spMkLst>
            <pc:docMk/>
            <pc:sldMk cId="3119507014" sldId="284"/>
            <ac:spMk id="13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16:23.479" v="806" actId="26606"/>
          <ac:spMkLst>
            <pc:docMk/>
            <pc:sldMk cId="3119507014" sldId="284"/>
            <ac:spMk id="15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1:33.383" v="167" actId="26606"/>
          <ac:spMkLst>
            <pc:docMk/>
            <pc:sldMk cId="3119507014" sldId="284"/>
            <ac:spMk id="16" creationId="{69D184B2-2226-4E31-BCCB-444330767440}"/>
          </ac:spMkLst>
        </pc:spChg>
        <pc:spChg chg="add del">
          <ac:chgData name="Aditya Thakare" userId="c4056d686f250dbc" providerId="LiveId" clId="{ADF5EAFE-B201-4D67-B3ED-B5768577F4E9}" dt="2023-11-28T17:01:33.383" v="167" actId="26606"/>
          <ac:spMkLst>
            <pc:docMk/>
            <pc:sldMk cId="3119507014" sldId="284"/>
            <ac:spMk id="17" creationId="{1AC4D4E3-486A-464A-8EC8-D44881097267}"/>
          </ac:spMkLst>
        </pc:spChg>
        <pc:spChg chg="add del">
          <ac:chgData name="Aditya Thakare" userId="c4056d686f250dbc" providerId="LiveId" clId="{ADF5EAFE-B201-4D67-B3ED-B5768577F4E9}" dt="2023-11-28T17:01:33.383" v="167" actId="26606"/>
          <ac:spMkLst>
            <pc:docMk/>
            <pc:sldMk cId="3119507014" sldId="284"/>
            <ac:spMk id="18" creationId="{864DE13E-58EB-4475-B79C-0D4FC651239B}"/>
          </ac:spMkLst>
        </pc:spChg>
        <pc:spChg chg="add del">
          <ac:chgData name="Aditya Thakare" userId="c4056d686f250dbc" providerId="LiveId" clId="{ADF5EAFE-B201-4D67-B3ED-B5768577F4E9}" dt="2023-11-28T17:16:23.479" v="806" actId="26606"/>
          <ac:spMkLst>
            <pc:docMk/>
            <pc:sldMk cId="3119507014" sldId="284"/>
            <ac:spMk id="19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16:23.479" v="806" actId="26606"/>
          <ac:spMkLst>
            <pc:docMk/>
            <pc:sldMk cId="3119507014" sldId="284"/>
            <ac:spMk id="20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16:23.479" v="806" actId="26606"/>
          <ac:spMkLst>
            <pc:docMk/>
            <pc:sldMk cId="3119507014" sldId="284"/>
            <ac:spMk id="21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16:23.479" v="806" actId="26606"/>
          <ac:spMkLst>
            <pc:docMk/>
            <pc:sldMk cId="3119507014" sldId="284"/>
            <ac:spMk id="22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16:25.120" v="808" actId="26606"/>
          <ac:spMkLst>
            <pc:docMk/>
            <pc:sldMk cId="3119507014" sldId="284"/>
            <ac:spMk id="24" creationId="{2B97F24A-32CE-4C1C-A50D-3016B394DCFB}"/>
          </ac:spMkLst>
        </pc:spChg>
        <pc:spChg chg="add del">
          <ac:chgData name="Aditya Thakare" userId="c4056d686f250dbc" providerId="LiveId" clId="{ADF5EAFE-B201-4D67-B3ED-B5768577F4E9}" dt="2023-11-28T17:16:25.120" v="808" actId="26606"/>
          <ac:spMkLst>
            <pc:docMk/>
            <pc:sldMk cId="3119507014" sldId="284"/>
            <ac:spMk id="25" creationId="{CD8B4F24-440B-49E9-B85D-733523DC064B}"/>
          </ac:spMkLst>
        </pc:spChg>
        <pc:spChg chg="add del">
          <ac:chgData name="Aditya Thakare" userId="c4056d686f250dbc" providerId="LiveId" clId="{ADF5EAFE-B201-4D67-B3ED-B5768577F4E9}" dt="2023-11-28T17:16:26.307" v="810" actId="26606"/>
          <ac:spMkLst>
            <pc:docMk/>
            <pc:sldMk cId="3119507014" sldId="284"/>
            <ac:spMk id="27" creationId="{DA2E7C1E-2B5A-4BBA-AE51-1CD8C19309D7}"/>
          </ac:spMkLst>
        </pc:spChg>
        <pc:spChg chg="add del">
          <ac:chgData name="Aditya Thakare" userId="c4056d686f250dbc" providerId="LiveId" clId="{ADF5EAFE-B201-4D67-B3ED-B5768577F4E9}" dt="2023-11-28T17:16:26.307" v="810" actId="26606"/>
          <ac:spMkLst>
            <pc:docMk/>
            <pc:sldMk cId="3119507014" sldId="284"/>
            <ac:spMk id="28" creationId="{43DF76B1-5174-4FAF-9D19-FFEE98426836}"/>
          </ac:spMkLst>
        </pc:spChg>
        <pc:spChg chg="add mod">
          <ac:chgData name="Aditya Thakare" userId="c4056d686f250dbc" providerId="LiveId" clId="{ADF5EAFE-B201-4D67-B3ED-B5768577F4E9}" dt="2023-11-28T17:29:52.363" v="910" actId="108"/>
          <ac:spMkLst>
            <pc:docMk/>
            <pc:sldMk cId="3119507014" sldId="284"/>
            <ac:spMk id="29" creationId="{ACBCC690-15C1-6F26-CC9B-A976AF13A66A}"/>
          </ac:spMkLst>
        </pc:spChg>
        <pc:spChg chg="add del">
          <ac:chgData name="Aditya Thakare" userId="c4056d686f250dbc" providerId="LiveId" clId="{ADF5EAFE-B201-4D67-B3ED-B5768577F4E9}" dt="2023-11-28T17:16:29.320" v="812" actId="26606"/>
          <ac:spMkLst>
            <pc:docMk/>
            <pc:sldMk cId="3119507014" sldId="284"/>
            <ac:spMk id="30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16:29.320" v="812" actId="26606"/>
          <ac:spMkLst>
            <pc:docMk/>
            <pc:sldMk cId="3119507014" sldId="284"/>
            <ac:spMk id="31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16:29.320" v="812" actId="26606"/>
          <ac:spMkLst>
            <pc:docMk/>
            <pc:sldMk cId="3119507014" sldId="284"/>
            <ac:spMk id="32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16:29.320" v="812" actId="26606"/>
          <ac:spMkLst>
            <pc:docMk/>
            <pc:sldMk cId="3119507014" sldId="284"/>
            <ac:spMk id="33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16:29.320" v="812" actId="26606"/>
          <ac:spMkLst>
            <pc:docMk/>
            <pc:sldMk cId="3119507014" sldId="284"/>
            <ac:spMk id="34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16:29.320" v="812" actId="26606"/>
          <ac:spMkLst>
            <pc:docMk/>
            <pc:sldMk cId="3119507014" sldId="284"/>
            <ac:spMk id="35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16:29.320" v="812" actId="26606"/>
          <ac:spMkLst>
            <pc:docMk/>
            <pc:sldMk cId="3119507014" sldId="284"/>
            <ac:spMk id="36" creationId="{3ECA69A1-7536-43AC-85EF-C7106179F5ED}"/>
          </ac:spMkLst>
        </pc:spChg>
        <pc:picChg chg="add mod ord">
          <ac:chgData name="Aditya Thakare" userId="c4056d686f250dbc" providerId="LiveId" clId="{ADF5EAFE-B201-4D67-B3ED-B5768577F4E9}" dt="2023-11-28T17:16:29.320" v="812" actId="26606"/>
          <ac:picMkLst>
            <pc:docMk/>
            <pc:sldMk cId="3119507014" sldId="284"/>
            <ac:picMk id="3" creationId="{703E9C69-DFB7-1C96-D507-A6E2346B4D8B}"/>
          </ac:picMkLst>
        </pc:picChg>
        <pc:picChg chg="add del">
          <ac:chgData name="Aditya Thakare" userId="c4056d686f250dbc" providerId="LiveId" clId="{ADF5EAFE-B201-4D67-B3ED-B5768577F4E9}" dt="2023-11-28T17:16:44.382" v="815" actId="22"/>
          <ac:picMkLst>
            <pc:docMk/>
            <pc:sldMk cId="3119507014" sldId="284"/>
            <ac:picMk id="26" creationId="{32A0D266-43E5-0334-ACB1-CAE4D14ABD93}"/>
          </ac:picMkLst>
        </pc:picChg>
        <pc:picChg chg="add mod">
          <ac:chgData name="Aditya Thakare" userId="c4056d686f250dbc" providerId="LiveId" clId="{ADF5EAFE-B201-4D67-B3ED-B5768577F4E9}" dt="2023-11-28T18:15:50.853" v="1413"/>
          <ac:picMkLst>
            <pc:docMk/>
            <pc:sldMk cId="3119507014" sldId="284"/>
            <ac:picMk id="37" creationId="{F7CAC279-7E80-A07B-C6B8-8B5C2625385A}"/>
          </ac:picMkLst>
        </pc:picChg>
        <pc:picChg chg="add mod">
          <ac:chgData name="Aditya Thakare" userId="c4056d686f250dbc" providerId="LiveId" clId="{ADF5EAFE-B201-4D67-B3ED-B5768577F4E9}" dt="2023-11-28T18:15:50.853" v="1413"/>
          <ac:picMkLst>
            <pc:docMk/>
            <pc:sldMk cId="3119507014" sldId="284"/>
            <ac:picMk id="38" creationId="{680980C4-F725-B341-80C6-8357F7261888}"/>
          </ac:picMkLst>
        </pc:picChg>
        <pc:cxnChg chg="add del">
          <ac:chgData name="Aditya Thakare" userId="c4056d686f250dbc" providerId="LiveId" clId="{ADF5EAFE-B201-4D67-B3ED-B5768577F4E9}" dt="2023-11-28T17:01:25.384" v="165" actId="26606"/>
          <ac:cxnSpMkLst>
            <pc:docMk/>
            <pc:sldMk cId="3119507014" sldId="284"/>
            <ac:cxnSpMk id="14" creationId="{469F4FF8-F8B0-4630-BA1B-0D8B324CD5FF}"/>
          </ac:cxnSpMkLst>
        </pc:cxnChg>
      </pc:sldChg>
      <pc:sldChg chg="addSp delSp modSp new mod setBg">
        <pc:chgData name="Aditya Thakare" userId="c4056d686f250dbc" providerId="LiveId" clId="{ADF5EAFE-B201-4D67-B3ED-B5768577F4E9}" dt="2023-11-28T18:16:22.779" v="1416" actId="1036"/>
        <pc:sldMkLst>
          <pc:docMk/>
          <pc:sldMk cId="2261276664" sldId="285"/>
        </pc:sldMkLst>
        <pc:spChg chg="add mod">
          <ac:chgData name="Aditya Thakare" userId="c4056d686f250dbc" providerId="LiveId" clId="{ADF5EAFE-B201-4D67-B3ED-B5768577F4E9}" dt="2023-11-28T17:29:08.317" v="904" actId="113"/>
          <ac:spMkLst>
            <pc:docMk/>
            <pc:sldMk cId="2261276664" sldId="285"/>
            <ac:spMk id="6" creationId="{E43397C2-616A-9AE7-5DCB-15235899D6BE}"/>
          </ac:spMkLst>
        </pc:spChg>
        <pc:spChg chg="add del">
          <ac:chgData name="Aditya Thakare" userId="c4056d686f250dbc" providerId="LiveId" clId="{ADF5EAFE-B201-4D67-B3ED-B5768577F4E9}" dt="2023-11-28T17:18:10.994" v="843" actId="26606"/>
          <ac:spMkLst>
            <pc:docMk/>
            <pc:sldMk cId="2261276664" sldId="285"/>
            <ac:spMk id="13" creationId="{2C46C4D6-C474-4E92-B52E-944C1118F7B6}"/>
          </ac:spMkLst>
        </pc:spChg>
        <pc:spChg chg="add del">
          <ac:chgData name="Aditya Thakare" userId="c4056d686f250dbc" providerId="LiveId" clId="{ADF5EAFE-B201-4D67-B3ED-B5768577F4E9}" dt="2023-11-28T17:18:10.994" v="843" actId="26606"/>
          <ac:spMkLst>
            <pc:docMk/>
            <pc:sldMk cId="2261276664" sldId="285"/>
            <ac:spMk id="14" creationId="{0E3596DD-156A-473E-9BB3-C6A29F7574E9}"/>
          </ac:spMkLst>
        </pc:spChg>
        <pc:spChg chg="add del">
          <ac:chgData name="Aditya Thakare" userId="c4056d686f250dbc" providerId="LiveId" clId="{ADF5EAFE-B201-4D67-B3ED-B5768577F4E9}" dt="2023-11-28T17:18:18.260" v="845" actId="26606"/>
          <ac:spMkLst>
            <pc:docMk/>
            <pc:sldMk cId="2261276664" sldId="285"/>
            <ac:spMk id="15" creationId="{8D42B8BD-40AF-488E-8A79-D7256C917229}"/>
          </ac:spMkLst>
        </pc:spChg>
        <pc:spChg chg="add del">
          <ac:chgData name="Aditya Thakare" userId="c4056d686f250dbc" providerId="LiveId" clId="{ADF5EAFE-B201-4D67-B3ED-B5768577F4E9}" dt="2023-11-28T17:18:18.260" v="845" actId="26606"/>
          <ac:spMkLst>
            <pc:docMk/>
            <pc:sldMk cId="2261276664" sldId="285"/>
            <ac:spMk id="16" creationId="{C681C32C-7AFC-4BB3-9088-65CBDFC5D1C2}"/>
          </ac:spMkLst>
        </pc:spChg>
        <pc:spChg chg="add del">
          <ac:chgData name="Aditya Thakare" userId="c4056d686f250dbc" providerId="LiveId" clId="{ADF5EAFE-B201-4D67-B3ED-B5768577F4E9}" dt="2023-11-28T17:18:18.260" v="845" actId="26606"/>
          <ac:spMkLst>
            <pc:docMk/>
            <pc:sldMk cId="2261276664" sldId="285"/>
            <ac:spMk id="17" creationId="{199C0ED0-69DE-4C31-A5CF-E2A46FD30226}"/>
          </ac:spMkLst>
        </pc:spChg>
        <pc:picChg chg="add mod ord">
          <ac:chgData name="Aditya Thakare" userId="c4056d686f250dbc" providerId="LiveId" clId="{ADF5EAFE-B201-4D67-B3ED-B5768577F4E9}" dt="2023-11-28T18:16:09.730" v="1414" actId="1035"/>
          <ac:picMkLst>
            <pc:docMk/>
            <pc:sldMk cId="2261276664" sldId="285"/>
            <ac:picMk id="3" creationId="{EDE40834-BCD2-F58E-305D-81A6ECF063E7}"/>
          </ac:picMkLst>
        </pc:picChg>
        <pc:picChg chg="add del">
          <ac:chgData name="Aditya Thakare" userId="c4056d686f250dbc" providerId="LiveId" clId="{ADF5EAFE-B201-4D67-B3ED-B5768577F4E9}" dt="2023-11-28T17:17:28.347" v="827" actId="22"/>
          <ac:picMkLst>
            <pc:docMk/>
            <pc:sldMk cId="2261276664" sldId="285"/>
            <ac:picMk id="5" creationId="{CF0516C1-9486-445F-FB7E-8572A15BE25C}"/>
          </ac:picMkLst>
        </pc:picChg>
        <pc:picChg chg="add mod">
          <ac:chgData name="Aditya Thakare" userId="c4056d686f250dbc" providerId="LiveId" clId="{ADF5EAFE-B201-4D67-B3ED-B5768577F4E9}" dt="2023-11-28T18:16:22.779" v="1416" actId="1036"/>
          <ac:picMkLst>
            <pc:docMk/>
            <pc:sldMk cId="2261276664" sldId="285"/>
            <ac:picMk id="7" creationId="{EF3AD115-52FC-1757-B363-B04C86D0DEB8}"/>
          </ac:picMkLst>
        </pc:picChg>
        <pc:picChg chg="add mod">
          <ac:chgData name="Aditya Thakare" userId="c4056d686f250dbc" providerId="LiveId" clId="{ADF5EAFE-B201-4D67-B3ED-B5768577F4E9}" dt="2023-11-28T18:16:22.779" v="1416" actId="1036"/>
          <ac:picMkLst>
            <pc:docMk/>
            <pc:sldMk cId="2261276664" sldId="285"/>
            <ac:picMk id="8" creationId="{5E14F583-4B14-1186-61A2-4BFE72F46F22}"/>
          </ac:picMkLst>
        </pc:picChg>
        <pc:cxnChg chg="add del">
          <ac:chgData name="Aditya Thakare" userId="c4056d686f250dbc" providerId="LiveId" clId="{ADF5EAFE-B201-4D67-B3ED-B5768577F4E9}" dt="2023-11-28T17:18:09.151" v="841" actId="26606"/>
          <ac:cxnSpMkLst>
            <pc:docMk/>
            <pc:sldMk cId="2261276664" sldId="285"/>
            <ac:cxnSpMk id="11" creationId="{249EDD1B-F94D-B4E6-ACAA-566B9A26FDE3}"/>
          </ac:cxnSpMkLst>
        </pc:cxnChg>
      </pc:sldChg>
      <pc:sldChg chg="addSp delSp modSp new mod setBg delDesignElem">
        <pc:chgData name="Aditya Thakare" userId="c4056d686f250dbc" providerId="LiveId" clId="{ADF5EAFE-B201-4D67-B3ED-B5768577F4E9}" dt="2023-11-28T18:16:30.974" v="1417"/>
        <pc:sldMkLst>
          <pc:docMk/>
          <pc:sldMk cId="1689804964" sldId="286"/>
        </pc:sldMkLst>
        <pc:spChg chg="add del">
          <ac:chgData name="Aditya Thakare" userId="c4056d686f250dbc" providerId="LiveId" clId="{ADF5EAFE-B201-4D67-B3ED-B5768577F4E9}" dt="2023-11-28T17:08:03.620" v="615" actId="26606"/>
          <ac:spMkLst>
            <pc:docMk/>
            <pc:sldMk cId="1689804964" sldId="286"/>
            <ac:spMk id="4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8:03.620" v="615" actId="26606"/>
          <ac:spMkLst>
            <pc:docMk/>
            <pc:sldMk cId="1689804964" sldId="286"/>
            <ac:spMk id="5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08:03.620" v="615" actId="26606"/>
          <ac:spMkLst>
            <pc:docMk/>
            <pc:sldMk cId="1689804964" sldId="286"/>
            <ac:spMk id="6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08:01.058" v="611" actId="26606"/>
          <ac:spMkLst>
            <pc:docMk/>
            <pc:sldMk cId="1689804964" sldId="286"/>
            <ac:spMk id="7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8:03.620" v="615" actId="26606"/>
          <ac:spMkLst>
            <pc:docMk/>
            <pc:sldMk cId="1689804964" sldId="286"/>
            <ac:spMk id="8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8:01.058" v="611" actId="26606"/>
          <ac:spMkLst>
            <pc:docMk/>
            <pc:sldMk cId="1689804964" sldId="286"/>
            <ac:spMk id="9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08:03.620" v="615" actId="26606"/>
          <ac:spMkLst>
            <pc:docMk/>
            <pc:sldMk cId="1689804964" sldId="286"/>
            <ac:spMk id="10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08:01.058" v="611" actId="26606"/>
          <ac:spMkLst>
            <pc:docMk/>
            <pc:sldMk cId="1689804964" sldId="286"/>
            <ac:spMk id="11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08:03.620" v="615" actId="26606"/>
          <ac:spMkLst>
            <pc:docMk/>
            <pc:sldMk cId="1689804964" sldId="286"/>
            <ac:spMk id="12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08:01.058" v="611" actId="26606"/>
          <ac:spMkLst>
            <pc:docMk/>
            <pc:sldMk cId="1689804964" sldId="286"/>
            <ac:spMk id="13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8:03.620" v="615" actId="26606"/>
          <ac:spMkLst>
            <pc:docMk/>
            <pc:sldMk cId="1689804964" sldId="286"/>
            <ac:spMk id="14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08:01.058" v="611" actId="26606"/>
          <ac:spMkLst>
            <pc:docMk/>
            <pc:sldMk cId="1689804964" sldId="286"/>
            <ac:spMk id="15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08:05.666" v="619" actId="26606"/>
          <ac:spMkLst>
            <pc:docMk/>
            <pc:sldMk cId="1689804964" sldId="286"/>
            <ac:spMk id="16" creationId="{32BC26D8-82FB-445E-AA49-62A77D7C1EE0}"/>
          </ac:spMkLst>
        </pc:spChg>
        <pc:spChg chg="add del">
          <ac:chgData name="Aditya Thakare" userId="c4056d686f250dbc" providerId="LiveId" clId="{ADF5EAFE-B201-4D67-B3ED-B5768577F4E9}" dt="2023-11-28T17:08:01.058" v="611" actId="26606"/>
          <ac:spMkLst>
            <pc:docMk/>
            <pc:sldMk cId="1689804964" sldId="286"/>
            <ac:spMk id="17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08:05.666" v="619" actId="26606"/>
          <ac:spMkLst>
            <pc:docMk/>
            <pc:sldMk cId="1689804964" sldId="286"/>
            <ac:spMk id="18" creationId="{CB44330D-EA18-4254-AA95-EB49948539B8}"/>
          </ac:spMkLst>
        </pc:spChg>
        <pc:spChg chg="add del">
          <ac:chgData name="Aditya Thakare" userId="c4056d686f250dbc" providerId="LiveId" clId="{ADF5EAFE-B201-4D67-B3ED-B5768577F4E9}" dt="2023-11-28T17:08:01.058" v="611" actId="26606"/>
          <ac:spMkLst>
            <pc:docMk/>
            <pc:sldMk cId="1689804964" sldId="286"/>
            <ac:spMk id="19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08:06.527" v="621" actId="26606"/>
          <ac:spMkLst>
            <pc:docMk/>
            <pc:sldMk cId="1689804964" sldId="286"/>
            <ac:spMk id="20" creationId="{86FF76B9-219D-4469-AF87-0236D29032F1}"/>
          </ac:spMkLst>
        </pc:spChg>
        <pc:spChg chg="add del">
          <ac:chgData name="Aditya Thakare" userId="c4056d686f250dbc" providerId="LiveId" clId="{ADF5EAFE-B201-4D67-B3ED-B5768577F4E9}" dt="2023-11-28T17:08:19.845" v="633" actId="26606"/>
          <ac:spMkLst>
            <pc:docMk/>
            <pc:sldMk cId="1689804964" sldId="286"/>
            <ac:spMk id="22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8:19.845" v="633" actId="26606"/>
          <ac:spMkLst>
            <pc:docMk/>
            <pc:sldMk cId="1689804964" sldId="286"/>
            <ac:spMk id="23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08:06.527" v="621" actId="26606"/>
          <ac:spMkLst>
            <pc:docMk/>
            <pc:sldMk cId="1689804964" sldId="286"/>
            <ac:spMk id="24" creationId="{2E80C965-DB6D-4F81-9E9E-B027384D0BD6}"/>
          </ac:spMkLst>
        </pc:spChg>
        <pc:spChg chg="add del">
          <ac:chgData name="Aditya Thakare" userId="c4056d686f250dbc" providerId="LiveId" clId="{ADF5EAFE-B201-4D67-B3ED-B5768577F4E9}" dt="2023-11-28T17:08:06.527" v="621" actId="26606"/>
          <ac:spMkLst>
            <pc:docMk/>
            <pc:sldMk cId="1689804964" sldId="286"/>
            <ac:spMk id="25" creationId="{633C5E46-DAC5-4661-9C87-22B08E2A512F}"/>
          </ac:spMkLst>
        </pc:spChg>
        <pc:spChg chg="add del">
          <ac:chgData name="Aditya Thakare" userId="c4056d686f250dbc" providerId="LiveId" clId="{ADF5EAFE-B201-4D67-B3ED-B5768577F4E9}" dt="2023-11-28T17:08:19.845" v="633" actId="26606"/>
          <ac:spMkLst>
            <pc:docMk/>
            <pc:sldMk cId="1689804964" sldId="286"/>
            <ac:spMk id="26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08:07.371" v="623" actId="26606"/>
          <ac:spMkLst>
            <pc:docMk/>
            <pc:sldMk cId="1689804964" sldId="286"/>
            <ac:spMk id="27" creationId="{B9FF99BD-075F-4761-A995-6FC574BD25EA}"/>
          </ac:spMkLst>
        </pc:spChg>
        <pc:spChg chg="add del">
          <ac:chgData name="Aditya Thakare" userId="c4056d686f250dbc" providerId="LiveId" clId="{ADF5EAFE-B201-4D67-B3ED-B5768577F4E9}" dt="2023-11-28T17:08:07.371" v="623" actId="26606"/>
          <ac:spMkLst>
            <pc:docMk/>
            <pc:sldMk cId="1689804964" sldId="286"/>
            <ac:spMk id="28" creationId="{A7B21A54-9BA3-4EA9-B460-5A829ADD9051}"/>
          </ac:spMkLst>
        </pc:spChg>
        <pc:spChg chg="add del">
          <ac:chgData name="Aditya Thakare" userId="c4056d686f250dbc" providerId="LiveId" clId="{ADF5EAFE-B201-4D67-B3ED-B5768577F4E9}" dt="2023-11-28T17:08:07.371" v="623" actId="26606"/>
          <ac:spMkLst>
            <pc:docMk/>
            <pc:sldMk cId="1689804964" sldId="286"/>
            <ac:spMk id="29" creationId="{6FA8F714-B9D8-488A-8CCA-E9948FF913A9}"/>
          </ac:spMkLst>
        </pc:spChg>
        <pc:spChg chg="add del">
          <ac:chgData name="Aditya Thakare" userId="c4056d686f250dbc" providerId="LiveId" clId="{ADF5EAFE-B201-4D67-B3ED-B5768577F4E9}" dt="2023-11-28T17:08:19.845" v="633" actId="26606"/>
          <ac:spMkLst>
            <pc:docMk/>
            <pc:sldMk cId="1689804964" sldId="286"/>
            <ac:spMk id="30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8:12.441" v="625" actId="26606"/>
          <ac:spMkLst>
            <pc:docMk/>
            <pc:sldMk cId="1689804964" sldId="286"/>
            <ac:spMk id="31" creationId="{22F15A2D-2324-487D-A02A-BF46C5C580EB}"/>
          </ac:spMkLst>
        </pc:spChg>
        <pc:spChg chg="add del">
          <ac:chgData name="Aditya Thakare" userId="c4056d686f250dbc" providerId="LiveId" clId="{ADF5EAFE-B201-4D67-B3ED-B5768577F4E9}" dt="2023-11-28T17:08:12.441" v="625" actId="26606"/>
          <ac:spMkLst>
            <pc:docMk/>
            <pc:sldMk cId="1689804964" sldId="286"/>
            <ac:spMk id="32" creationId="{17A7F34E-D418-47E2-9F86-2C45BBC31210}"/>
          </ac:spMkLst>
        </pc:spChg>
        <pc:spChg chg="add del">
          <ac:chgData name="Aditya Thakare" userId="c4056d686f250dbc" providerId="LiveId" clId="{ADF5EAFE-B201-4D67-B3ED-B5768577F4E9}" dt="2023-11-28T17:08:12.441" v="625" actId="26606"/>
          <ac:spMkLst>
            <pc:docMk/>
            <pc:sldMk cId="1689804964" sldId="286"/>
            <ac:spMk id="33" creationId="{2AEAFA59-923A-4F54-8B49-44C970BCC323}"/>
          </ac:spMkLst>
        </pc:spChg>
        <pc:spChg chg="add del">
          <ac:chgData name="Aditya Thakare" userId="c4056d686f250dbc" providerId="LiveId" clId="{ADF5EAFE-B201-4D67-B3ED-B5768577F4E9}" dt="2023-11-28T17:08:19.845" v="633" actId="26606"/>
          <ac:spMkLst>
            <pc:docMk/>
            <pc:sldMk cId="1689804964" sldId="286"/>
            <ac:spMk id="34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08:16.065" v="627" actId="26606"/>
          <ac:spMkLst>
            <pc:docMk/>
            <pc:sldMk cId="1689804964" sldId="286"/>
            <ac:spMk id="35" creationId="{8950AD4C-6AF3-49F8-94E1-DBCAFB39478B}"/>
          </ac:spMkLst>
        </pc:spChg>
        <pc:spChg chg="add del">
          <ac:chgData name="Aditya Thakare" userId="c4056d686f250dbc" providerId="LiveId" clId="{ADF5EAFE-B201-4D67-B3ED-B5768577F4E9}" dt="2023-11-28T17:08:16.065" v="627" actId="26606"/>
          <ac:spMkLst>
            <pc:docMk/>
            <pc:sldMk cId="1689804964" sldId="286"/>
            <ac:spMk id="36" creationId="{2F0E00C3-4613-415F-BE3A-78FBAD9061C0}"/>
          </ac:spMkLst>
        </pc:spChg>
        <pc:spChg chg="add del">
          <ac:chgData name="Aditya Thakare" userId="c4056d686f250dbc" providerId="LiveId" clId="{ADF5EAFE-B201-4D67-B3ED-B5768577F4E9}" dt="2023-11-28T17:08:16.065" v="627" actId="26606"/>
          <ac:spMkLst>
            <pc:docMk/>
            <pc:sldMk cId="1689804964" sldId="286"/>
            <ac:spMk id="37" creationId="{8DBEAE55-3EA1-41D7-A212-5F7D8986C1F2}"/>
          </ac:spMkLst>
        </pc:spChg>
        <pc:spChg chg="add del">
          <ac:chgData name="Aditya Thakare" userId="c4056d686f250dbc" providerId="LiveId" clId="{ADF5EAFE-B201-4D67-B3ED-B5768577F4E9}" dt="2023-11-28T17:08:16.065" v="627" actId="26606"/>
          <ac:spMkLst>
            <pc:docMk/>
            <pc:sldMk cId="1689804964" sldId="286"/>
            <ac:spMk id="38" creationId="{CFC5F0E7-644F-4101-BE72-12825CF537E7}"/>
          </ac:spMkLst>
        </pc:spChg>
        <pc:spChg chg="add del">
          <ac:chgData name="Aditya Thakare" userId="c4056d686f250dbc" providerId="LiveId" clId="{ADF5EAFE-B201-4D67-B3ED-B5768577F4E9}" dt="2023-11-28T17:08:19.845" v="633" actId="26606"/>
          <ac:spMkLst>
            <pc:docMk/>
            <pc:sldMk cId="1689804964" sldId="286"/>
            <ac:spMk id="39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08:17.283" v="629" actId="26606"/>
          <ac:spMkLst>
            <pc:docMk/>
            <pc:sldMk cId="1689804964" sldId="286"/>
            <ac:spMk id="40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8:17.283" v="629" actId="26606"/>
          <ac:spMkLst>
            <pc:docMk/>
            <pc:sldMk cId="1689804964" sldId="286"/>
            <ac:spMk id="41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08:17.283" v="629" actId="26606"/>
          <ac:spMkLst>
            <pc:docMk/>
            <pc:sldMk cId="1689804964" sldId="286"/>
            <ac:spMk id="42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08:17.283" v="629" actId="26606"/>
          <ac:spMkLst>
            <pc:docMk/>
            <pc:sldMk cId="1689804964" sldId="286"/>
            <ac:spMk id="43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8:17.283" v="629" actId="26606"/>
          <ac:spMkLst>
            <pc:docMk/>
            <pc:sldMk cId="1689804964" sldId="286"/>
            <ac:spMk id="44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08:17.283" v="629" actId="26606"/>
          <ac:spMkLst>
            <pc:docMk/>
            <pc:sldMk cId="1689804964" sldId="286"/>
            <ac:spMk id="45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08:17.283" v="629" actId="26606"/>
          <ac:spMkLst>
            <pc:docMk/>
            <pc:sldMk cId="1689804964" sldId="286"/>
            <ac:spMk id="46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08:19.845" v="633" actId="26606"/>
          <ac:spMkLst>
            <pc:docMk/>
            <pc:sldMk cId="1689804964" sldId="286"/>
            <ac:spMk id="47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08:47.410" v="645" actId="26606"/>
          <ac:spMkLst>
            <pc:docMk/>
            <pc:sldMk cId="1689804964" sldId="286"/>
            <ac:spMk id="48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8:21.298" v="635" actId="26606"/>
          <ac:spMkLst>
            <pc:docMk/>
            <pc:sldMk cId="1689804964" sldId="286"/>
            <ac:spMk id="49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8:21.298" v="635" actId="26606"/>
          <ac:spMkLst>
            <pc:docMk/>
            <pc:sldMk cId="1689804964" sldId="286"/>
            <ac:spMk id="50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08:21.298" v="635" actId="26606"/>
          <ac:spMkLst>
            <pc:docMk/>
            <pc:sldMk cId="1689804964" sldId="286"/>
            <ac:spMk id="51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08:21.298" v="635" actId="26606"/>
          <ac:spMkLst>
            <pc:docMk/>
            <pc:sldMk cId="1689804964" sldId="286"/>
            <ac:spMk id="52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8:21.298" v="635" actId="26606"/>
          <ac:spMkLst>
            <pc:docMk/>
            <pc:sldMk cId="1689804964" sldId="286"/>
            <ac:spMk id="53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08:21.298" v="635" actId="26606"/>
          <ac:spMkLst>
            <pc:docMk/>
            <pc:sldMk cId="1689804964" sldId="286"/>
            <ac:spMk id="54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08:21.298" v="635" actId="26606"/>
          <ac:spMkLst>
            <pc:docMk/>
            <pc:sldMk cId="1689804964" sldId="286"/>
            <ac:spMk id="55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08:47.410" v="645" actId="26606"/>
          <ac:spMkLst>
            <pc:docMk/>
            <pc:sldMk cId="1689804964" sldId="286"/>
            <ac:spMk id="56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08:29.098" v="637" actId="26606"/>
          <ac:spMkLst>
            <pc:docMk/>
            <pc:sldMk cId="1689804964" sldId="286"/>
            <ac:spMk id="57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8:29.098" v="637" actId="26606"/>
          <ac:spMkLst>
            <pc:docMk/>
            <pc:sldMk cId="1689804964" sldId="286"/>
            <ac:spMk id="58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08:29.098" v="637" actId="26606"/>
          <ac:spMkLst>
            <pc:docMk/>
            <pc:sldMk cId="1689804964" sldId="286"/>
            <ac:spMk id="59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08:29.098" v="637" actId="26606"/>
          <ac:spMkLst>
            <pc:docMk/>
            <pc:sldMk cId="1689804964" sldId="286"/>
            <ac:spMk id="60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8:29.098" v="637" actId="26606"/>
          <ac:spMkLst>
            <pc:docMk/>
            <pc:sldMk cId="1689804964" sldId="286"/>
            <ac:spMk id="61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08:29.098" v="637" actId="26606"/>
          <ac:spMkLst>
            <pc:docMk/>
            <pc:sldMk cId="1689804964" sldId="286"/>
            <ac:spMk id="62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08:29.098" v="637" actId="26606"/>
          <ac:spMkLst>
            <pc:docMk/>
            <pc:sldMk cId="1689804964" sldId="286"/>
            <ac:spMk id="63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08:47.410" v="645" actId="26606"/>
          <ac:spMkLst>
            <pc:docMk/>
            <pc:sldMk cId="1689804964" sldId="286"/>
            <ac:spMk id="64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08:34.048" v="639" actId="26606"/>
          <ac:spMkLst>
            <pc:docMk/>
            <pc:sldMk cId="1689804964" sldId="286"/>
            <ac:spMk id="65" creationId="{AB8C311F-7253-4AED-9701-7FC0708C41C7}"/>
          </ac:spMkLst>
        </pc:spChg>
        <pc:spChg chg="add del">
          <ac:chgData name="Aditya Thakare" userId="c4056d686f250dbc" providerId="LiveId" clId="{ADF5EAFE-B201-4D67-B3ED-B5768577F4E9}" dt="2023-11-28T17:08:34.048" v="639" actId="26606"/>
          <ac:spMkLst>
            <pc:docMk/>
            <pc:sldMk cId="1689804964" sldId="286"/>
            <ac:spMk id="66" creationId="{E2384209-CB15-4CDF-9D31-C44FD9A3F20D}"/>
          </ac:spMkLst>
        </pc:spChg>
        <pc:spChg chg="add del">
          <ac:chgData name="Aditya Thakare" userId="c4056d686f250dbc" providerId="LiveId" clId="{ADF5EAFE-B201-4D67-B3ED-B5768577F4E9}" dt="2023-11-28T17:08:34.048" v="639" actId="26606"/>
          <ac:spMkLst>
            <pc:docMk/>
            <pc:sldMk cId="1689804964" sldId="286"/>
            <ac:spMk id="67" creationId="{2633B3B5-CC90-43F0-8714-D31D1F3F0209}"/>
          </ac:spMkLst>
        </pc:spChg>
        <pc:spChg chg="add del">
          <ac:chgData name="Aditya Thakare" userId="c4056d686f250dbc" providerId="LiveId" clId="{ADF5EAFE-B201-4D67-B3ED-B5768577F4E9}" dt="2023-11-28T17:08:34.048" v="639" actId="26606"/>
          <ac:spMkLst>
            <pc:docMk/>
            <pc:sldMk cId="1689804964" sldId="286"/>
            <ac:spMk id="68" creationId="{A8D57A06-A426-446D-B02C-A2DC6B62E45E}"/>
          </ac:spMkLst>
        </pc:spChg>
        <pc:spChg chg="add del">
          <ac:chgData name="Aditya Thakare" userId="c4056d686f250dbc" providerId="LiveId" clId="{ADF5EAFE-B201-4D67-B3ED-B5768577F4E9}" dt="2023-11-28T17:08:47.410" v="645" actId="26606"/>
          <ac:spMkLst>
            <pc:docMk/>
            <pc:sldMk cId="1689804964" sldId="286"/>
            <ac:spMk id="69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8:36.957" v="641" actId="26606"/>
          <ac:spMkLst>
            <pc:docMk/>
            <pc:sldMk cId="1689804964" sldId="286"/>
            <ac:spMk id="70" creationId="{2D2B266D-3625-4584-A5C3-7D3F672CFF30}"/>
          </ac:spMkLst>
        </pc:spChg>
        <pc:spChg chg="add del">
          <ac:chgData name="Aditya Thakare" userId="c4056d686f250dbc" providerId="LiveId" clId="{ADF5EAFE-B201-4D67-B3ED-B5768577F4E9}" dt="2023-11-28T17:08:36.957" v="641" actId="26606"/>
          <ac:spMkLst>
            <pc:docMk/>
            <pc:sldMk cId="1689804964" sldId="286"/>
            <ac:spMk id="71" creationId="{C463B99A-73EE-4FBB-B7C4-F9F9BCC25C65}"/>
          </ac:spMkLst>
        </pc:spChg>
        <pc:spChg chg="add del">
          <ac:chgData name="Aditya Thakare" userId="c4056d686f250dbc" providerId="LiveId" clId="{ADF5EAFE-B201-4D67-B3ED-B5768577F4E9}" dt="2023-11-28T17:08:36.957" v="641" actId="26606"/>
          <ac:spMkLst>
            <pc:docMk/>
            <pc:sldMk cId="1689804964" sldId="286"/>
            <ac:spMk id="72" creationId="{A5D2A5D1-BA0D-47D3-B051-DA7743C46E28}"/>
          </ac:spMkLst>
        </pc:spChg>
        <pc:spChg chg="add del">
          <ac:chgData name="Aditya Thakare" userId="c4056d686f250dbc" providerId="LiveId" clId="{ADF5EAFE-B201-4D67-B3ED-B5768577F4E9}" dt="2023-11-28T17:08:47.410" v="645" actId="26606"/>
          <ac:spMkLst>
            <pc:docMk/>
            <pc:sldMk cId="1689804964" sldId="286"/>
            <ac:spMk id="73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08:47.410" v="645" actId="26606"/>
          <ac:spMkLst>
            <pc:docMk/>
            <pc:sldMk cId="1689804964" sldId="286"/>
            <ac:spMk id="74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08:47.410" v="645" actId="26606"/>
          <ac:spMkLst>
            <pc:docMk/>
            <pc:sldMk cId="1689804964" sldId="286"/>
            <ac:spMk id="75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08:53.162" v="651" actId="26606"/>
          <ac:spMkLst>
            <pc:docMk/>
            <pc:sldMk cId="1689804964" sldId="286"/>
            <ac:spMk id="76" creationId="{32BC26D8-82FB-445E-AA49-62A77D7C1EE0}"/>
          </ac:spMkLst>
        </pc:spChg>
        <pc:spChg chg="add del">
          <ac:chgData name="Aditya Thakare" userId="c4056d686f250dbc" providerId="LiveId" clId="{ADF5EAFE-B201-4D67-B3ED-B5768577F4E9}" dt="2023-11-28T17:08:48.723" v="647" actId="26606"/>
          <ac:spMkLst>
            <pc:docMk/>
            <pc:sldMk cId="1689804964" sldId="286"/>
            <ac:spMk id="77" creationId="{F3060C83-F051-4F0E-ABAD-AA0DFC48B218}"/>
          </ac:spMkLst>
        </pc:spChg>
        <pc:spChg chg="add del">
          <ac:chgData name="Aditya Thakare" userId="c4056d686f250dbc" providerId="LiveId" clId="{ADF5EAFE-B201-4D67-B3ED-B5768577F4E9}" dt="2023-11-28T17:08:48.723" v="647" actId="26606"/>
          <ac:spMkLst>
            <pc:docMk/>
            <pc:sldMk cId="1689804964" sldId="286"/>
            <ac:spMk id="78" creationId="{83C98ABE-055B-441F-B07E-44F97F083C39}"/>
          </ac:spMkLst>
        </pc:spChg>
        <pc:spChg chg="add del">
          <ac:chgData name="Aditya Thakare" userId="c4056d686f250dbc" providerId="LiveId" clId="{ADF5EAFE-B201-4D67-B3ED-B5768577F4E9}" dt="2023-11-28T17:08:48.723" v="647" actId="26606"/>
          <ac:spMkLst>
            <pc:docMk/>
            <pc:sldMk cId="1689804964" sldId="286"/>
            <ac:spMk id="79" creationId="{29FDB030-9B49-4CED-8CCD-4D99382388AC}"/>
          </ac:spMkLst>
        </pc:spChg>
        <pc:spChg chg="add del">
          <ac:chgData name="Aditya Thakare" userId="c4056d686f250dbc" providerId="LiveId" clId="{ADF5EAFE-B201-4D67-B3ED-B5768577F4E9}" dt="2023-11-28T17:08:48.723" v="647" actId="26606"/>
          <ac:spMkLst>
            <pc:docMk/>
            <pc:sldMk cId="1689804964" sldId="286"/>
            <ac:spMk id="80" creationId="{3783CA14-24A1-485C-8B30-D6A5D87987AD}"/>
          </ac:spMkLst>
        </pc:spChg>
        <pc:spChg chg="add del">
          <ac:chgData name="Aditya Thakare" userId="c4056d686f250dbc" providerId="LiveId" clId="{ADF5EAFE-B201-4D67-B3ED-B5768577F4E9}" dt="2023-11-28T17:08:48.723" v="647" actId="26606"/>
          <ac:spMkLst>
            <pc:docMk/>
            <pc:sldMk cId="1689804964" sldId="286"/>
            <ac:spMk id="81" creationId="{9A97C86A-04D6-40F7-AE84-31AB43E6A846}"/>
          </ac:spMkLst>
        </pc:spChg>
        <pc:spChg chg="add del">
          <ac:chgData name="Aditya Thakare" userId="c4056d686f250dbc" providerId="LiveId" clId="{ADF5EAFE-B201-4D67-B3ED-B5768577F4E9}" dt="2023-11-28T17:08:48.723" v="647" actId="26606"/>
          <ac:spMkLst>
            <pc:docMk/>
            <pc:sldMk cId="1689804964" sldId="286"/>
            <ac:spMk id="82" creationId="{FF9F2414-84E8-453E-B1F3-389FDE8192D9}"/>
          </ac:spMkLst>
        </pc:spChg>
        <pc:spChg chg="add del">
          <ac:chgData name="Aditya Thakare" userId="c4056d686f250dbc" providerId="LiveId" clId="{ADF5EAFE-B201-4D67-B3ED-B5768577F4E9}" dt="2023-11-28T17:08:48.723" v="647" actId="26606"/>
          <ac:spMkLst>
            <pc:docMk/>
            <pc:sldMk cId="1689804964" sldId="286"/>
            <ac:spMk id="83" creationId="{3ECA69A1-7536-43AC-85EF-C7106179F5ED}"/>
          </ac:spMkLst>
        </pc:spChg>
        <pc:spChg chg="add del">
          <ac:chgData name="Aditya Thakare" userId="c4056d686f250dbc" providerId="LiveId" clId="{ADF5EAFE-B201-4D67-B3ED-B5768577F4E9}" dt="2023-11-28T17:08:53.162" v="651" actId="26606"/>
          <ac:spMkLst>
            <pc:docMk/>
            <pc:sldMk cId="1689804964" sldId="286"/>
            <ac:spMk id="84" creationId="{CB44330D-EA18-4254-AA95-EB49948539B8}"/>
          </ac:spMkLst>
        </pc:spChg>
        <pc:spChg chg="add del">
          <ac:chgData name="Aditya Thakare" userId="c4056d686f250dbc" providerId="LiveId" clId="{ADF5EAFE-B201-4D67-B3ED-B5768577F4E9}" dt="2023-11-28T17:08:54.050" v="653" actId="26606"/>
          <ac:spMkLst>
            <pc:docMk/>
            <pc:sldMk cId="1689804964" sldId="286"/>
            <ac:spMk id="86" creationId="{86FF76B9-219D-4469-AF87-0236D29032F1}"/>
          </ac:spMkLst>
        </pc:spChg>
        <pc:spChg chg="add del">
          <ac:chgData name="Aditya Thakare" userId="c4056d686f250dbc" providerId="LiveId" clId="{ADF5EAFE-B201-4D67-B3ED-B5768577F4E9}" dt="2023-11-28T17:08:54.050" v="653" actId="26606"/>
          <ac:spMkLst>
            <pc:docMk/>
            <pc:sldMk cId="1689804964" sldId="286"/>
            <ac:spMk id="90" creationId="{2E80C965-DB6D-4F81-9E9E-B027384D0BD6}"/>
          </ac:spMkLst>
        </pc:spChg>
        <pc:spChg chg="add del">
          <ac:chgData name="Aditya Thakare" userId="c4056d686f250dbc" providerId="LiveId" clId="{ADF5EAFE-B201-4D67-B3ED-B5768577F4E9}" dt="2023-11-28T17:08:54.050" v="653" actId="26606"/>
          <ac:spMkLst>
            <pc:docMk/>
            <pc:sldMk cId="1689804964" sldId="286"/>
            <ac:spMk id="91" creationId="{633C5E46-DAC5-4661-9C87-22B08E2A512F}"/>
          </ac:spMkLst>
        </pc:spChg>
        <pc:spChg chg="add del">
          <ac:chgData name="Aditya Thakare" userId="c4056d686f250dbc" providerId="LiveId" clId="{ADF5EAFE-B201-4D67-B3ED-B5768577F4E9}" dt="2023-11-28T17:08:54.987" v="655" actId="26606"/>
          <ac:spMkLst>
            <pc:docMk/>
            <pc:sldMk cId="1689804964" sldId="286"/>
            <ac:spMk id="93" creationId="{B9FF99BD-075F-4761-A995-6FC574BD25EA}"/>
          </ac:spMkLst>
        </pc:spChg>
        <pc:spChg chg="add del">
          <ac:chgData name="Aditya Thakare" userId="c4056d686f250dbc" providerId="LiveId" clId="{ADF5EAFE-B201-4D67-B3ED-B5768577F4E9}" dt="2023-11-28T17:08:54.987" v="655" actId="26606"/>
          <ac:spMkLst>
            <pc:docMk/>
            <pc:sldMk cId="1689804964" sldId="286"/>
            <ac:spMk id="94" creationId="{A7B21A54-9BA3-4EA9-B460-5A829ADD9051}"/>
          </ac:spMkLst>
        </pc:spChg>
        <pc:spChg chg="add del">
          <ac:chgData name="Aditya Thakare" userId="c4056d686f250dbc" providerId="LiveId" clId="{ADF5EAFE-B201-4D67-B3ED-B5768577F4E9}" dt="2023-11-28T17:08:54.987" v="655" actId="26606"/>
          <ac:spMkLst>
            <pc:docMk/>
            <pc:sldMk cId="1689804964" sldId="286"/>
            <ac:spMk id="95" creationId="{6FA8F714-B9D8-488A-8CCA-E9948FF913A9}"/>
          </ac:spMkLst>
        </pc:spChg>
        <pc:spChg chg="add del">
          <ac:chgData name="Aditya Thakare" userId="c4056d686f250dbc" providerId="LiveId" clId="{ADF5EAFE-B201-4D67-B3ED-B5768577F4E9}" dt="2023-11-28T17:08:55.846" v="657" actId="26606"/>
          <ac:spMkLst>
            <pc:docMk/>
            <pc:sldMk cId="1689804964" sldId="286"/>
            <ac:spMk id="97" creationId="{D153EDB2-4AAD-43F4-AE78-4D326C813369}"/>
          </ac:spMkLst>
        </pc:spChg>
        <pc:spChg chg="add del">
          <ac:chgData name="Aditya Thakare" userId="c4056d686f250dbc" providerId="LiveId" clId="{ADF5EAFE-B201-4D67-B3ED-B5768577F4E9}" dt="2023-11-28T17:08:56.799" v="659" actId="26606"/>
          <ac:spMkLst>
            <pc:docMk/>
            <pc:sldMk cId="1689804964" sldId="286"/>
            <ac:spMk id="105" creationId="{22F15A2D-2324-487D-A02A-BF46C5C580EB}"/>
          </ac:spMkLst>
        </pc:spChg>
        <pc:spChg chg="add del">
          <ac:chgData name="Aditya Thakare" userId="c4056d686f250dbc" providerId="LiveId" clId="{ADF5EAFE-B201-4D67-B3ED-B5768577F4E9}" dt="2023-11-28T17:08:56.799" v="659" actId="26606"/>
          <ac:spMkLst>
            <pc:docMk/>
            <pc:sldMk cId="1689804964" sldId="286"/>
            <ac:spMk id="106" creationId="{17A7F34E-D418-47E2-9F86-2C45BBC31210}"/>
          </ac:spMkLst>
        </pc:spChg>
        <pc:spChg chg="add del">
          <ac:chgData name="Aditya Thakare" userId="c4056d686f250dbc" providerId="LiveId" clId="{ADF5EAFE-B201-4D67-B3ED-B5768577F4E9}" dt="2023-11-28T17:08:56.799" v="659" actId="26606"/>
          <ac:spMkLst>
            <pc:docMk/>
            <pc:sldMk cId="1689804964" sldId="286"/>
            <ac:spMk id="107" creationId="{2AEAFA59-923A-4F54-8B49-44C970BCC323}"/>
          </ac:spMkLst>
        </pc:spChg>
        <pc:spChg chg="add del">
          <ac:chgData name="Aditya Thakare" userId="c4056d686f250dbc" providerId="LiveId" clId="{ADF5EAFE-B201-4D67-B3ED-B5768577F4E9}" dt="2023-11-28T17:08:57.705" v="661" actId="26606"/>
          <ac:spMkLst>
            <pc:docMk/>
            <pc:sldMk cId="1689804964" sldId="286"/>
            <ac:spMk id="109" creationId="{8950AD4C-6AF3-49F8-94E1-DBCAFB39478B}"/>
          </ac:spMkLst>
        </pc:spChg>
        <pc:spChg chg="add del">
          <ac:chgData name="Aditya Thakare" userId="c4056d686f250dbc" providerId="LiveId" clId="{ADF5EAFE-B201-4D67-B3ED-B5768577F4E9}" dt="2023-11-28T17:08:57.705" v="661" actId="26606"/>
          <ac:spMkLst>
            <pc:docMk/>
            <pc:sldMk cId="1689804964" sldId="286"/>
            <ac:spMk id="110" creationId="{2F0E00C3-4613-415F-BE3A-78FBAD9061C0}"/>
          </ac:spMkLst>
        </pc:spChg>
        <pc:spChg chg="add del">
          <ac:chgData name="Aditya Thakare" userId="c4056d686f250dbc" providerId="LiveId" clId="{ADF5EAFE-B201-4D67-B3ED-B5768577F4E9}" dt="2023-11-28T17:08:57.705" v="661" actId="26606"/>
          <ac:spMkLst>
            <pc:docMk/>
            <pc:sldMk cId="1689804964" sldId="286"/>
            <ac:spMk id="111" creationId="{8DBEAE55-3EA1-41D7-A212-5F7D8986C1F2}"/>
          </ac:spMkLst>
        </pc:spChg>
        <pc:spChg chg="add del">
          <ac:chgData name="Aditya Thakare" userId="c4056d686f250dbc" providerId="LiveId" clId="{ADF5EAFE-B201-4D67-B3ED-B5768577F4E9}" dt="2023-11-28T17:08:57.705" v="661" actId="26606"/>
          <ac:spMkLst>
            <pc:docMk/>
            <pc:sldMk cId="1689804964" sldId="286"/>
            <ac:spMk id="112" creationId="{CFC5F0E7-644F-4101-BE72-12825CF537E7}"/>
          </ac:spMkLst>
        </pc:spChg>
        <pc:spChg chg="add del">
          <ac:chgData name="Aditya Thakare" userId="c4056d686f250dbc" providerId="LiveId" clId="{ADF5EAFE-B201-4D67-B3ED-B5768577F4E9}" dt="2023-11-28T17:08:59.520" v="663" actId="26606"/>
          <ac:spMkLst>
            <pc:docMk/>
            <pc:sldMk cId="1689804964" sldId="286"/>
            <ac:spMk id="114" creationId="{AB8C311F-7253-4AED-9701-7FC0708C41C7}"/>
          </ac:spMkLst>
        </pc:spChg>
        <pc:spChg chg="add del">
          <ac:chgData name="Aditya Thakare" userId="c4056d686f250dbc" providerId="LiveId" clId="{ADF5EAFE-B201-4D67-B3ED-B5768577F4E9}" dt="2023-11-28T17:08:59.520" v="663" actId="26606"/>
          <ac:spMkLst>
            <pc:docMk/>
            <pc:sldMk cId="1689804964" sldId="286"/>
            <ac:spMk id="115" creationId="{E2384209-CB15-4CDF-9D31-C44FD9A3F20D}"/>
          </ac:spMkLst>
        </pc:spChg>
        <pc:spChg chg="add del">
          <ac:chgData name="Aditya Thakare" userId="c4056d686f250dbc" providerId="LiveId" clId="{ADF5EAFE-B201-4D67-B3ED-B5768577F4E9}" dt="2023-11-28T17:08:59.520" v="663" actId="26606"/>
          <ac:spMkLst>
            <pc:docMk/>
            <pc:sldMk cId="1689804964" sldId="286"/>
            <ac:spMk id="116" creationId="{2633B3B5-CC90-43F0-8714-D31D1F3F0209}"/>
          </ac:spMkLst>
        </pc:spChg>
        <pc:spChg chg="add del">
          <ac:chgData name="Aditya Thakare" userId="c4056d686f250dbc" providerId="LiveId" clId="{ADF5EAFE-B201-4D67-B3ED-B5768577F4E9}" dt="2023-11-28T17:08:59.520" v="663" actId="26606"/>
          <ac:spMkLst>
            <pc:docMk/>
            <pc:sldMk cId="1689804964" sldId="286"/>
            <ac:spMk id="117" creationId="{A8D57A06-A426-446D-B02C-A2DC6B62E45E}"/>
          </ac:spMkLst>
        </pc:spChg>
        <pc:spChg chg="add del">
          <ac:chgData name="Aditya Thakare" userId="c4056d686f250dbc" providerId="LiveId" clId="{ADF5EAFE-B201-4D67-B3ED-B5768577F4E9}" dt="2023-11-28T17:09:00.510" v="665" actId="26606"/>
          <ac:spMkLst>
            <pc:docMk/>
            <pc:sldMk cId="1689804964" sldId="286"/>
            <ac:spMk id="119" creationId="{5F879AC3-D4CE-493C-ADC7-06205677F4F8}"/>
          </ac:spMkLst>
        </pc:spChg>
        <pc:spChg chg="add del">
          <ac:chgData name="Aditya Thakare" userId="c4056d686f250dbc" providerId="LiveId" clId="{ADF5EAFE-B201-4D67-B3ED-B5768577F4E9}" dt="2023-11-28T17:09:00.510" v="665" actId="26606"/>
          <ac:spMkLst>
            <pc:docMk/>
            <pc:sldMk cId="1689804964" sldId="286"/>
            <ac:spMk id="120" creationId="{736F0DFD-0954-464F-BF12-DD2E6F6E0380}"/>
          </ac:spMkLst>
        </pc:spChg>
        <pc:spChg chg="add del">
          <ac:chgData name="Aditya Thakare" userId="c4056d686f250dbc" providerId="LiveId" clId="{ADF5EAFE-B201-4D67-B3ED-B5768577F4E9}" dt="2023-11-28T17:09:01.841" v="667" actId="26606"/>
          <ac:spMkLst>
            <pc:docMk/>
            <pc:sldMk cId="1689804964" sldId="286"/>
            <ac:spMk id="122" creationId="{2D2B266D-3625-4584-A5C3-7D3F672CFF30}"/>
          </ac:spMkLst>
        </pc:spChg>
        <pc:spChg chg="add del">
          <ac:chgData name="Aditya Thakare" userId="c4056d686f250dbc" providerId="LiveId" clId="{ADF5EAFE-B201-4D67-B3ED-B5768577F4E9}" dt="2023-11-28T17:09:01.841" v="667" actId="26606"/>
          <ac:spMkLst>
            <pc:docMk/>
            <pc:sldMk cId="1689804964" sldId="286"/>
            <ac:spMk id="123" creationId="{C463B99A-73EE-4FBB-B7C4-F9F9BCC25C65}"/>
          </ac:spMkLst>
        </pc:spChg>
        <pc:spChg chg="add del">
          <ac:chgData name="Aditya Thakare" userId="c4056d686f250dbc" providerId="LiveId" clId="{ADF5EAFE-B201-4D67-B3ED-B5768577F4E9}" dt="2023-11-28T17:09:01.841" v="667" actId="26606"/>
          <ac:spMkLst>
            <pc:docMk/>
            <pc:sldMk cId="1689804964" sldId="286"/>
            <ac:spMk id="124" creationId="{A5D2A5D1-BA0D-47D3-B051-DA7743C46E28}"/>
          </ac:spMkLst>
        </pc:spChg>
        <pc:spChg chg="add del">
          <ac:chgData name="Aditya Thakare" userId="c4056d686f250dbc" providerId="LiveId" clId="{ADF5EAFE-B201-4D67-B3ED-B5768577F4E9}" dt="2023-11-28T17:09:04.018" v="669" actId="26606"/>
          <ac:spMkLst>
            <pc:docMk/>
            <pc:sldMk cId="1689804964" sldId="286"/>
            <ac:spMk id="126" creationId="{2D2B266D-3625-4584-A5C3-7D3F672CFF30}"/>
          </ac:spMkLst>
        </pc:spChg>
        <pc:spChg chg="add del">
          <ac:chgData name="Aditya Thakare" userId="c4056d686f250dbc" providerId="LiveId" clId="{ADF5EAFE-B201-4D67-B3ED-B5768577F4E9}" dt="2023-11-28T17:09:04.018" v="669" actId="26606"/>
          <ac:spMkLst>
            <pc:docMk/>
            <pc:sldMk cId="1689804964" sldId="286"/>
            <ac:spMk id="127" creationId="{C463B99A-73EE-4FBB-B7C4-F9F9BCC25C65}"/>
          </ac:spMkLst>
        </pc:spChg>
        <pc:spChg chg="add del">
          <ac:chgData name="Aditya Thakare" userId="c4056d686f250dbc" providerId="LiveId" clId="{ADF5EAFE-B201-4D67-B3ED-B5768577F4E9}" dt="2023-11-28T17:09:04.018" v="669" actId="26606"/>
          <ac:spMkLst>
            <pc:docMk/>
            <pc:sldMk cId="1689804964" sldId="286"/>
            <ac:spMk id="128" creationId="{A5D2A5D1-BA0D-47D3-B051-DA7743C46E28}"/>
          </ac:spMkLst>
        </pc:spChg>
        <pc:spChg chg="add del">
          <ac:chgData name="Aditya Thakare" userId="c4056d686f250dbc" providerId="LiveId" clId="{ADF5EAFE-B201-4D67-B3ED-B5768577F4E9}" dt="2023-11-28T17:09:05.268" v="671" actId="26606"/>
          <ac:spMkLst>
            <pc:docMk/>
            <pc:sldMk cId="1689804964" sldId="286"/>
            <ac:spMk id="130" creationId="{69D184B2-2226-4E31-BCCB-444330767440}"/>
          </ac:spMkLst>
        </pc:spChg>
        <pc:spChg chg="add del">
          <ac:chgData name="Aditya Thakare" userId="c4056d686f250dbc" providerId="LiveId" clId="{ADF5EAFE-B201-4D67-B3ED-B5768577F4E9}" dt="2023-11-28T17:09:05.268" v="671" actId="26606"/>
          <ac:spMkLst>
            <pc:docMk/>
            <pc:sldMk cId="1689804964" sldId="286"/>
            <ac:spMk id="131" creationId="{1AC4D4E3-486A-464A-8EC8-D44881097267}"/>
          </ac:spMkLst>
        </pc:spChg>
        <pc:spChg chg="add del">
          <ac:chgData name="Aditya Thakare" userId="c4056d686f250dbc" providerId="LiveId" clId="{ADF5EAFE-B201-4D67-B3ED-B5768577F4E9}" dt="2023-11-28T17:09:05.268" v="671" actId="26606"/>
          <ac:spMkLst>
            <pc:docMk/>
            <pc:sldMk cId="1689804964" sldId="286"/>
            <ac:spMk id="132" creationId="{864DE13E-58EB-4475-B79C-0D4FC651239B}"/>
          </ac:spMkLst>
        </pc:spChg>
        <pc:spChg chg="add del">
          <ac:chgData name="Aditya Thakare" userId="c4056d686f250dbc" providerId="LiveId" clId="{ADF5EAFE-B201-4D67-B3ED-B5768577F4E9}" dt="2023-11-28T17:09:06.502" v="673" actId="26606"/>
          <ac:spMkLst>
            <pc:docMk/>
            <pc:sldMk cId="1689804964" sldId="286"/>
            <ac:spMk id="134" creationId="{69D184B2-2226-4E31-BCCB-444330767440}"/>
          </ac:spMkLst>
        </pc:spChg>
        <pc:spChg chg="add del">
          <ac:chgData name="Aditya Thakare" userId="c4056d686f250dbc" providerId="LiveId" clId="{ADF5EAFE-B201-4D67-B3ED-B5768577F4E9}" dt="2023-11-28T17:09:06.502" v="673" actId="26606"/>
          <ac:spMkLst>
            <pc:docMk/>
            <pc:sldMk cId="1689804964" sldId="286"/>
            <ac:spMk id="135" creationId="{1AC4D4E3-486A-464A-8EC8-D44881097267}"/>
          </ac:spMkLst>
        </pc:spChg>
        <pc:spChg chg="add del">
          <ac:chgData name="Aditya Thakare" userId="c4056d686f250dbc" providerId="LiveId" clId="{ADF5EAFE-B201-4D67-B3ED-B5768577F4E9}" dt="2023-11-28T17:09:06.502" v="673" actId="26606"/>
          <ac:spMkLst>
            <pc:docMk/>
            <pc:sldMk cId="1689804964" sldId="286"/>
            <ac:spMk id="136" creationId="{864DE13E-58EB-4475-B79C-0D4FC651239B}"/>
          </ac:spMkLst>
        </pc:spChg>
        <pc:spChg chg="add del">
          <ac:chgData name="Aditya Thakare" userId="c4056d686f250dbc" providerId="LiveId" clId="{ADF5EAFE-B201-4D67-B3ED-B5768577F4E9}" dt="2023-11-28T17:09:13.422" v="675" actId="26606"/>
          <ac:spMkLst>
            <pc:docMk/>
            <pc:sldMk cId="1689804964" sldId="286"/>
            <ac:spMk id="138" creationId="{C3862298-AF85-4572-BED3-52E573EBD410}"/>
          </ac:spMkLst>
        </pc:spChg>
        <pc:spChg chg="add del">
          <ac:chgData name="Aditya Thakare" userId="c4056d686f250dbc" providerId="LiveId" clId="{ADF5EAFE-B201-4D67-B3ED-B5768577F4E9}" dt="2023-11-28T17:09:13.422" v="675" actId="26606"/>
          <ac:spMkLst>
            <pc:docMk/>
            <pc:sldMk cId="1689804964" sldId="286"/>
            <ac:spMk id="139" creationId="{1C897582-CB19-41B5-9426-8BD7BD008256}"/>
          </ac:spMkLst>
        </pc:spChg>
        <pc:spChg chg="add del">
          <ac:chgData name="Aditya Thakare" userId="c4056d686f250dbc" providerId="LiveId" clId="{ADF5EAFE-B201-4D67-B3ED-B5768577F4E9}" dt="2023-11-28T17:09:13.422" v="675" actId="26606"/>
          <ac:spMkLst>
            <pc:docMk/>
            <pc:sldMk cId="1689804964" sldId="286"/>
            <ac:spMk id="140" creationId="{0E7066FC-B004-4B5A-B02B-599B51EF3221}"/>
          </ac:spMkLst>
        </pc:spChg>
        <pc:spChg chg="add del">
          <ac:chgData name="Aditya Thakare" userId="c4056d686f250dbc" providerId="LiveId" clId="{ADF5EAFE-B201-4D67-B3ED-B5768577F4E9}" dt="2023-11-28T17:09:14.453" v="677" actId="26606"/>
          <ac:spMkLst>
            <pc:docMk/>
            <pc:sldMk cId="1689804964" sldId="286"/>
            <ac:spMk id="142" creationId="{1500B4A4-B1F1-41EA-886A-B8A210DBCA3B}"/>
          </ac:spMkLst>
        </pc:spChg>
        <pc:spChg chg="add del">
          <ac:chgData name="Aditya Thakare" userId="c4056d686f250dbc" providerId="LiveId" clId="{ADF5EAFE-B201-4D67-B3ED-B5768577F4E9}" dt="2023-11-28T17:09:14.453" v="677" actId="26606"/>
          <ac:spMkLst>
            <pc:docMk/>
            <pc:sldMk cId="1689804964" sldId="286"/>
            <ac:spMk id="143" creationId="{5E55A99C-0BDC-4DBE-8E40-9FA66F629FA1}"/>
          </ac:spMkLst>
        </pc:spChg>
        <pc:spChg chg="add del">
          <ac:chgData name="Aditya Thakare" userId="c4056d686f250dbc" providerId="LiveId" clId="{ADF5EAFE-B201-4D67-B3ED-B5768577F4E9}" dt="2023-11-28T17:09:15.406" v="679" actId="26606"/>
          <ac:spMkLst>
            <pc:docMk/>
            <pc:sldMk cId="1689804964" sldId="286"/>
            <ac:spMk id="145" creationId="{C3862298-AF85-4572-BED3-52E573EBD410}"/>
          </ac:spMkLst>
        </pc:spChg>
        <pc:spChg chg="add del">
          <ac:chgData name="Aditya Thakare" userId="c4056d686f250dbc" providerId="LiveId" clId="{ADF5EAFE-B201-4D67-B3ED-B5768577F4E9}" dt="2023-11-28T17:09:15.406" v="679" actId="26606"/>
          <ac:spMkLst>
            <pc:docMk/>
            <pc:sldMk cId="1689804964" sldId="286"/>
            <ac:spMk id="146" creationId="{03E485DD-0C12-45BC-A361-28152A03BB93}"/>
          </ac:spMkLst>
        </pc:spChg>
        <pc:spChg chg="add del">
          <ac:chgData name="Aditya Thakare" userId="c4056d686f250dbc" providerId="LiveId" clId="{ADF5EAFE-B201-4D67-B3ED-B5768577F4E9}" dt="2023-11-28T17:09:15.406" v="679" actId="26606"/>
          <ac:spMkLst>
            <pc:docMk/>
            <pc:sldMk cId="1689804964" sldId="286"/>
            <ac:spMk id="147" creationId="{6D6B998F-CA62-4EE6-B7E7-046377D4F7EF}"/>
          </ac:spMkLst>
        </pc:spChg>
        <pc:spChg chg="add del">
          <ac:chgData name="Aditya Thakare" userId="c4056d686f250dbc" providerId="LiveId" clId="{ADF5EAFE-B201-4D67-B3ED-B5768577F4E9}" dt="2023-11-28T17:09:16.687" v="681" actId="26606"/>
          <ac:spMkLst>
            <pc:docMk/>
            <pc:sldMk cId="1689804964" sldId="286"/>
            <ac:spMk id="149" creationId="{8DAAB828-02C8-4111-AC14-FF5ACEDDFE37}"/>
          </ac:spMkLst>
        </pc:spChg>
        <pc:spChg chg="add del">
          <ac:chgData name="Aditya Thakare" userId="c4056d686f250dbc" providerId="LiveId" clId="{ADF5EAFE-B201-4D67-B3ED-B5768577F4E9}" dt="2023-11-28T17:09:17.749" v="683" actId="26606"/>
          <ac:spMkLst>
            <pc:docMk/>
            <pc:sldMk cId="1689804964" sldId="286"/>
            <ac:spMk id="154" creationId="{7BDAC5B6-20CE-447F-8BA1-F2274AC7AE5B}"/>
          </ac:spMkLst>
        </pc:spChg>
        <pc:spChg chg="add del">
          <ac:chgData name="Aditya Thakare" userId="c4056d686f250dbc" providerId="LiveId" clId="{ADF5EAFE-B201-4D67-B3ED-B5768577F4E9}" dt="2023-11-28T17:09:17.749" v="683" actId="26606"/>
          <ac:spMkLst>
            <pc:docMk/>
            <pc:sldMk cId="1689804964" sldId="286"/>
            <ac:spMk id="155" creationId="{D1D22B31-BF8F-446B-9009-8A251FB177CB}"/>
          </ac:spMkLst>
        </pc:spChg>
        <pc:spChg chg="add del">
          <ac:chgData name="Aditya Thakare" userId="c4056d686f250dbc" providerId="LiveId" clId="{ADF5EAFE-B201-4D67-B3ED-B5768577F4E9}" dt="2023-11-28T17:09:18.890" v="685" actId="26606"/>
          <ac:spMkLst>
            <pc:docMk/>
            <pc:sldMk cId="1689804964" sldId="286"/>
            <ac:spMk id="157" creationId="{7C1E5815-D54C-487F-A054-6D4930ADE3DF}"/>
          </ac:spMkLst>
        </pc:spChg>
        <pc:spChg chg="add del">
          <ac:chgData name="Aditya Thakare" userId="c4056d686f250dbc" providerId="LiveId" clId="{ADF5EAFE-B201-4D67-B3ED-B5768577F4E9}" dt="2023-11-28T17:09:18.890" v="685" actId="26606"/>
          <ac:spMkLst>
            <pc:docMk/>
            <pc:sldMk cId="1689804964" sldId="286"/>
            <ac:spMk id="158" creationId="{736F0DFD-0954-464F-BF12-DD2E6F6E0380}"/>
          </ac:spMkLst>
        </pc:spChg>
        <pc:spChg chg="add del">
          <ac:chgData name="Aditya Thakare" userId="c4056d686f250dbc" providerId="LiveId" clId="{ADF5EAFE-B201-4D67-B3ED-B5768577F4E9}" dt="2023-11-28T17:09:19.764" v="687" actId="26606"/>
          <ac:spMkLst>
            <pc:docMk/>
            <pc:sldMk cId="1689804964" sldId="286"/>
            <ac:spMk id="160" creationId="{7BDAC5B6-20CE-447F-8BA1-F2274AC7AE5B}"/>
          </ac:spMkLst>
        </pc:spChg>
        <pc:spChg chg="add del">
          <ac:chgData name="Aditya Thakare" userId="c4056d686f250dbc" providerId="LiveId" clId="{ADF5EAFE-B201-4D67-B3ED-B5768577F4E9}" dt="2023-11-28T17:09:19.764" v="687" actId="26606"/>
          <ac:spMkLst>
            <pc:docMk/>
            <pc:sldMk cId="1689804964" sldId="286"/>
            <ac:spMk id="161" creationId="{D1D22B31-BF8F-446B-9009-8A251FB177CB}"/>
          </ac:spMkLst>
        </pc:spChg>
        <pc:spChg chg="add del">
          <ac:chgData name="Aditya Thakare" userId="c4056d686f250dbc" providerId="LiveId" clId="{ADF5EAFE-B201-4D67-B3ED-B5768577F4E9}" dt="2023-11-28T17:09:23.499" v="691" actId="26606"/>
          <ac:spMkLst>
            <pc:docMk/>
            <pc:sldMk cId="1689804964" sldId="286"/>
            <ac:spMk id="165" creationId="{01D0AF59-99C3-4251-AB9A-C966C6AD4400}"/>
          </ac:spMkLst>
        </pc:spChg>
        <pc:spChg chg="add del">
          <ac:chgData name="Aditya Thakare" userId="c4056d686f250dbc" providerId="LiveId" clId="{ADF5EAFE-B201-4D67-B3ED-B5768577F4E9}" dt="2023-11-28T17:09:23.499" v="691" actId="26606"/>
          <ac:spMkLst>
            <pc:docMk/>
            <pc:sldMk cId="1689804964" sldId="286"/>
            <ac:spMk id="166" creationId="{1855405F-37A2-4869-9154-F8BE3BECE6C3}"/>
          </ac:spMkLst>
        </pc:spChg>
        <pc:spChg chg="add del">
          <ac:chgData name="Aditya Thakare" userId="c4056d686f250dbc" providerId="LiveId" clId="{ADF5EAFE-B201-4D67-B3ED-B5768577F4E9}" dt="2023-11-28T17:09:29.454" v="697" actId="26606"/>
          <ac:spMkLst>
            <pc:docMk/>
            <pc:sldMk cId="1689804964" sldId="286"/>
            <ac:spMk id="172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09:29.454" v="697" actId="26606"/>
          <ac:spMkLst>
            <pc:docMk/>
            <pc:sldMk cId="1689804964" sldId="286"/>
            <ac:spMk id="173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7:09:30.267" v="699" actId="26606"/>
          <ac:spMkLst>
            <pc:docMk/>
            <pc:sldMk cId="1689804964" sldId="286"/>
            <ac:spMk id="178" creationId="{01D0AF59-99C3-4251-AB9A-C966C6AD4400}"/>
          </ac:spMkLst>
        </pc:spChg>
        <pc:spChg chg="add del">
          <ac:chgData name="Aditya Thakare" userId="c4056d686f250dbc" providerId="LiveId" clId="{ADF5EAFE-B201-4D67-B3ED-B5768577F4E9}" dt="2023-11-28T17:09:30.267" v="699" actId="26606"/>
          <ac:spMkLst>
            <pc:docMk/>
            <pc:sldMk cId="1689804964" sldId="286"/>
            <ac:spMk id="179" creationId="{1855405F-37A2-4869-9154-F8BE3BECE6C3}"/>
          </ac:spMkLst>
        </pc:spChg>
        <pc:spChg chg="add del">
          <ac:chgData name="Aditya Thakare" userId="c4056d686f250dbc" providerId="LiveId" clId="{ADF5EAFE-B201-4D67-B3ED-B5768577F4E9}" dt="2023-11-28T17:09:31.983" v="701" actId="26606"/>
          <ac:spMkLst>
            <pc:docMk/>
            <pc:sldMk cId="1689804964" sldId="286"/>
            <ac:spMk id="181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09:31.983" v="701" actId="26606"/>
          <ac:spMkLst>
            <pc:docMk/>
            <pc:sldMk cId="1689804964" sldId="286"/>
            <ac:spMk id="182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7:09:32.686" v="703" actId="26606"/>
          <ac:spMkLst>
            <pc:docMk/>
            <pc:sldMk cId="1689804964" sldId="286"/>
            <ac:spMk id="187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09:32.686" v="703" actId="26606"/>
          <ac:spMkLst>
            <pc:docMk/>
            <pc:sldMk cId="1689804964" sldId="286"/>
            <ac:spMk id="188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7:09:34.295" v="705" actId="26606"/>
          <ac:spMkLst>
            <pc:docMk/>
            <pc:sldMk cId="1689804964" sldId="286"/>
            <ac:spMk id="193" creationId="{DA2E7C1E-2B5A-4BBA-AE51-1CD8C19309D7}"/>
          </ac:spMkLst>
        </pc:spChg>
        <pc:spChg chg="add del">
          <ac:chgData name="Aditya Thakare" userId="c4056d686f250dbc" providerId="LiveId" clId="{ADF5EAFE-B201-4D67-B3ED-B5768577F4E9}" dt="2023-11-28T17:09:34.295" v="705" actId="26606"/>
          <ac:spMkLst>
            <pc:docMk/>
            <pc:sldMk cId="1689804964" sldId="286"/>
            <ac:spMk id="194" creationId="{43DF76B1-5174-4FAF-9D19-FFEE98426836}"/>
          </ac:spMkLst>
        </pc:spChg>
        <pc:spChg chg="add del">
          <ac:chgData name="Aditya Thakare" userId="c4056d686f250dbc" providerId="LiveId" clId="{ADF5EAFE-B201-4D67-B3ED-B5768577F4E9}" dt="2023-11-28T17:09:37.466" v="707" actId="26606"/>
          <ac:spMkLst>
            <pc:docMk/>
            <pc:sldMk cId="1689804964" sldId="286"/>
            <ac:spMk id="196" creationId="{DA2E7C1E-2B5A-4BBA-AE51-1CD8C19309D7}"/>
          </ac:spMkLst>
        </pc:spChg>
        <pc:spChg chg="add del">
          <ac:chgData name="Aditya Thakare" userId="c4056d686f250dbc" providerId="LiveId" clId="{ADF5EAFE-B201-4D67-B3ED-B5768577F4E9}" dt="2023-11-28T17:09:37.466" v="707" actId="26606"/>
          <ac:spMkLst>
            <pc:docMk/>
            <pc:sldMk cId="1689804964" sldId="286"/>
            <ac:spMk id="197" creationId="{43DF76B1-5174-4FAF-9D19-FFEE98426836}"/>
          </ac:spMkLst>
        </pc:spChg>
        <pc:spChg chg="add del">
          <ac:chgData name="Aditya Thakare" userId="c4056d686f250dbc" providerId="LiveId" clId="{ADF5EAFE-B201-4D67-B3ED-B5768577F4E9}" dt="2023-11-28T17:09:41.098" v="709" actId="26606"/>
          <ac:spMkLst>
            <pc:docMk/>
            <pc:sldMk cId="1689804964" sldId="286"/>
            <ac:spMk id="199" creationId="{AB8C311F-7253-4AED-9701-7FC0708C41C7}"/>
          </ac:spMkLst>
        </pc:spChg>
        <pc:spChg chg="add del">
          <ac:chgData name="Aditya Thakare" userId="c4056d686f250dbc" providerId="LiveId" clId="{ADF5EAFE-B201-4D67-B3ED-B5768577F4E9}" dt="2023-11-28T17:09:41.098" v="709" actId="26606"/>
          <ac:spMkLst>
            <pc:docMk/>
            <pc:sldMk cId="1689804964" sldId="286"/>
            <ac:spMk id="200" creationId="{FD073016-B734-483B-8953-5BADEE145112}"/>
          </ac:spMkLst>
        </pc:spChg>
        <pc:spChg chg="add del">
          <ac:chgData name="Aditya Thakare" userId="c4056d686f250dbc" providerId="LiveId" clId="{ADF5EAFE-B201-4D67-B3ED-B5768577F4E9}" dt="2023-11-28T17:09:41.098" v="709" actId="26606"/>
          <ac:spMkLst>
            <pc:docMk/>
            <pc:sldMk cId="1689804964" sldId="286"/>
            <ac:spMk id="201" creationId="{90A7EAB6-59D3-4325-8DE6-E0CA4009CE53}"/>
          </ac:spMkLst>
        </pc:spChg>
        <pc:spChg chg="add del">
          <ac:chgData name="Aditya Thakare" userId="c4056d686f250dbc" providerId="LiveId" clId="{ADF5EAFE-B201-4D67-B3ED-B5768577F4E9}" dt="2023-11-28T17:09:41.098" v="709" actId="26606"/>
          <ac:spMkLst>
            <pc:docMk/>
            <pc:sldMk cId="1689804964" sldId="286"/>
            <ac:spMk id="202" creationId="{A8D57A06-A426-446D-B02C-A2DC6B62E45E}"/>
          </ac:spMkLst>
        </pc:spChg>
        <pc:spChg chg="add del">
          <ac:chgData name="Aditya Thakare" userId="c4056d686f250dbc" providerId="LiveId" clId="{ADF5EAFE-B201-4D67-B3ED-B5768577F4E9}" dt="2023-11-28T17:09:42.007" v="711" actId="26606"/>
          <ac:spMkLst>
            <pc:docMk/>
            <pc:sldMk cId="1689804964" sldId="286"/>
            <ac:spMk id="204" creationId="{C7F55EAC-550A-4BDD-9099-3F20B8FA0EBC}"/>
          </ac:spMkLst>
        </pc:spChg>
        <pc:spChg chg="add del">
          <ac:chgData name="Aditya Thakare" userId="c4056d686f250dbc" providerId="LiveId" clId="{ADF5EAFE-B201-4D67-B3ED-B5768577F4E9}" dt="2023-11-28T17:09:42.007" v="711" actId="26606"/>
          <ac:spMkLst>
            <pc:docMk/>
            <pc:sldMk cId="1689804964" sldId="286"/>
            <ac:spMk id="205" creationId="{DC4F5A5F-493F-49AE-89B6-D5AF5EBC8B0E}"/>
          </ac:spMkLst>
        </pc:spChg>
        <pc:spChg chg="add del">
          <ac:chgData name="Aditya Thakare" userId="c4056d686f250dbc" providerId="LiveId" clId="{ADF5EAFE-B201-4D67-B3ED-B5768577F4E9}" dt="2023-11-28T17:09:43.150" v="713" actId="26606"/>
          <ac:spMkLst>
            <pc:docMk/>
            <pc:sldMk cId="1689804964" sldId="286"/>
            <ac:spMk id="207" creationId="{CA815F2C-4E80-4019-8E59-FAD3F7F8473D}"/>
          </ac:spMkLst>
        </pc:spChg>
        <pc:spChg chg="add del">
          <ac:chgData name="Aditya Thakare" userId="c4056d686f250dbc" providerId="LiveId" clId="{ADF5EAFE-B201-4D67-B3ED-B5768577F4E9}" dt="2023-11-28T17:09:44.103" v="715" actId="26606"/>
          <ac:spMkLst>
            <pc:docMk/>
            <pc:sldMk cId="1689804964" sldId="286"/>
            <ac:spMk id="209" creationId="{CA815F2C-4E80-4019-8E59-FAD3F7F8473D}"/>
          </ac:spMkLst>
        </pc:spChg>
        <pc:spChg chg="add del">
          <ac:chgData name="Aditya Thakare" userId="c4056d686f250dbc" providerId="LiveId" clId="{ADF5EAFE-B201-4D67-B3ED-B5768577F4E9}" dt="2023-11-28T17:09:45.071" v="717" actId="26606"/>
          <ac:spMkLst>
            <pc:docMk/>
            <pc:sldMk cId="1689804964" sldId="286"/>
            <ac:spMk id="211" creationId="{22F15A2D-2324-487D-A02A-BF46C5C580EB}"/>
          </ac:spMkLst>
        </pc:spChg>
        <pc:spChg chg="add del">
          <ac:chgData name="Aditya Thakare" userId="c4056d686f250dbc" providerId="LiveId" clId="{ADF5EAFE-B201-4D67-B3ED-B5768577F4E9}" dt="2023-11-28T17:09:45.071" v="717" actId="26606"/>
          <ac:spMkLst>
            <pc:docMk/>
            <pc:sldMk cId="1689804964" sldId="286"/>
            <ac:spMk id="212" creationId="{2AEAFA59-923A-4F54-8B49-44C970BCC323}"/>
          </ac:spMkLst>
        </pc:spChg>
        <pc:spChg chg="add del">
          <ac:chgData name="Aditya Thakare" userId="c4056d686f250dbc" providerId="LiveId" clId="{ADF5EAFE-B201-4D67-B3ED-B5768577F4E9}" dt="2023-11-28T17:09:45.071" v="717" actId="26606"/>
          <ac:spMkLst>
            <pc:docMk/>
            <pc:sldMk cId="1689804964" sldId="286"/>
            <ac:spMk id="213" creationId="{C37E9D4B-7BFA-4D10-B666-547BAC499469}"/>
          </ac:spMkLst>
        </pc:spChg>
        <pc:spChg chg="add del">
          <ac:chgData name="Aditya Thakare" userId="c4056d686f250dbc" providerId="LiveId" clId="{ADF5EAFE-B201-4D67-B3ED-B5768577F4E9}" dt="2023-11-28T17:09:48.946" v="719" actId="26606"/>
          <ac:spMkLst>
            <pc:docMk/>
            <pc:sldMk cId="1689804964" sldId="286"/>
            <ac:spMk id="215" creationId="{22F15A2D-2324-487D-A02A-BF46C5C580EB}"/>
          </ac:spMkLst>
        </pc:spChg>
        <pc:spChg chg="add del">
          <ac:chgData name="Aditya Thakare" userId="c4056d686f250dbc" providerId="LiveId" clId="{ADF5EAFE-B201-4D67-B3ED-B5768577F4E9}" dt="2023-11-28T17:09:48.946" v="719" actId="26606"/>
          <ac:spMkLst>
            <pc:docMk/>
            <pc:sldMk cId="1689804964" sldId="286"/>
            <ac:spMk id="216" creationId="{2AEAFA59-923A-4F54-8B49-44C970BCC323}"/>
          </ac:spMkLst>
        </pc:spChg>
        <pc:spChg chg="add del">
          <ac:chgData name="Aditya Thakare" userId="c4056d686f250dbc" providerId="LiveId" clId="{ADF5EAFE-B201-4D67-B3ED-B5768577F4E9}" dt="2023-11-28T17:09:48.946" v="719" actId="26606"/>
          <ac:spMkLst>
            <pc:docMk/>
            <pc:sldMk cId="1689804964" sldId="286"/>
            <ac:spMk id="217" creationId="{C37E9D4B-7BFA-4D10-B666-547BAC499469}"/>
          </ac:spMkLst>
        </pc:spChg>
        <pc:spChg chg="add del">
          <ac:chgData name="Aditya Thakare" userId="c4056d686f250dbc" providerId="LiveId" clId="{ADF5EAFE-B201-4D67-B3ED-B5768577F4E9}" dt="2023-11-28T17:09:49.883" v="721" actId="26606"/>
          <ac:spMkLst>
            <pc:docMk/>
            <pc:sldMk cId="1689804964" sldId="286"/>
            <ac:spMk id="219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09:49.883" v="721" actId="26606"/>
          <ac:spMkLst>
            <pc:docMk/>
            <pc:sldMk cId="1689804964" sldId="286"/>
            <ac:spMk id="220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7:09:51.070" v="723" actId="26606"/>
          <ac:spMkLst>
            <pc:docMk/>
            <pc:sldMk cId="1689804964" sldId="286"/>
            <ac:spMk id="225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09:51.070" v="723" actId="26606"/>
          <ac:spMkLst>
            <pc:docMk/>
            <pc:sldMk cId="1689804964" sldId="286"/>
            <ac:spMk id="226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7:09:51.695" v="725" actId="26606"/>
          <ac:spMkLst>
            <pc:docMk/>
            <pc:sldMk cId="1689804964" sldId="286"/>
            <ac:spMk id="231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09:51.695" v="725" actId="26606"/>
          <ac:spMkLst>
            <pc:docMk/>
            <pc:sldMk cId="1689804964" sldId="286"/>
            <ac:spMk id="232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7:09:52.335" v="727" actId="26606"/>
          <ac:spMkLst>
            <pc:docMk/>
            <pc:sldMk cId="1689804964" sldId="286"/>
            <ac:spMk id="237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09:52.335" v="727" actId="26606"/>
          <ac:spMkLst>
            <pc:docMk/>
            <pc:sldMk cId="1689804964" sldId="286"/>
            <ac:spMk id="238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7:10:01.013" v="729" actId="26606"/>
          <ac:spMkLst>
            <pc:docMk/>
            <pc:sldMk cId="1689804964" sldId="286"/>
            <ac:spMk id="243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10:01.013" v="729" actId="26606"/>
          <ac:spMkLst>
            <pc:docMk/>
            <pc:sldMk cId="1689804964" sldId="286"/>
            <ac:spMk id="244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7:10:05.423" v="731" actId="26606"/>
          <ac:spMkLst>
            <pc:docMk/>
            <pc:sldMk cId="1689804964" sldId="286"/>
            <ac:spMk id="249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7:10:05.423" v="731" actId="26606"/>
          <ac:spMkLst>
            <pc:docMk/>
            <pc:sldMk cId="1689804964" sldId="286"/>
            <ac:spMk id="250" creationId="{91DE43FD-EB47-414A-B0AB-169B0FFFA527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689804964" sldId="286"/>
            <ac:spMk id="255" creationId="{0B761509-3B9A-49A6-A84B-C3D86811697D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689804964" sldId="286"/>
            <ac:spMk id="256" creationId="{91DE43FD-EB47-414A-B0AB-169B0FFFA527}"/>
          </ac:spMkLst>
        </pc:spChg>
        <pc:grpChg chg="add del">
          <ac:chgData name="Aditya Thakare" userId="c4056d686f250dbc" providerId="LiveId" clId="{ADF5EAFE-B201-4D67-B3ED-B5768577F4E9}" dt="2023-11-28T17:08:06.527" v="621" actId="26606"/>
          <ac:grpSpMkLst>
            <pc:docMk/>
            <pc:sldMk cId="1689804964" sldId="286"/>
            <ac:grpSpMk id="21" creationId="{DB88BD78-87E1-424D-B479-C37D8E41B12E}"/>
          </ac:grpSpMkLst>
        </pc:grpChg>
        <pc:grpChg chg="add del">
          <ac:chgData name="Aditya Thakare" userId="c4056d686f250dbc" providerId="LiveId" clId="{ADF5EAFE-B201-4D67-B3ED-B5768577F4E9}" dt="2023-11-28T17:08:54.050" v="653" actId="26606"/>
          <ac:grpSpMkLst>
            <pc:docMk/>
            <pc:sldMk cId="1689804964" sldId="286"/>
            <ac:grpSpMk id="87" creationId="{DB88BD78-87E1-424D-B479-C37D8E41B12E}"/>
          </ac:grpSpMkLst>
        </pc:grpChg>
        <pc:grpChg chg="add del">
          <ac:chgData name="Aditya Thakare" userId="c4056d686f250dbc" providerId="LiveId" clId="{ADF5EAFE-B201-4D67-B3ED-B5768577F4E9}" dt="2023-11-28T17:08:55.846" v="657" actId="26606"/>
          <ac:grpSpMkLst>
            <pc:docMk/>
            <pc:sldMk cId="1689804964" sldId="286"/>
            <ac:grpSpMk id="98" creationId="{A3CB7779-72E2-4E92-AE18-6BBC335DD881}"/>
          </ac:grpSpMkLst>
        </pc:grpChg>
        <pc:grpChg chg="add del">
          <ac:chgData name="Aditya Thakare" userId="c4056d686f250dbc" providerId="LiveId" clId="{ADF5EAFE-B201-4D67-B3ED-B5768577F4E9}" dt="2023-11-28T17:09:16.687" v="681" actId="26606"/>
          <ac:grpSpMkLst>
            <pc:docMk/>
            <pc:sldMk cId="1689804964" sldId="286"/>
            <ac:grpSpMk id="150" creationId="{C32D4553-E775-4F16-9A6F-FED8D166A5B7}"/>
          </ac:grpSpMkLst>
        </pc:grpChg>
        <pc:grpChg chg="add del">
          <ac:chgData name="Aditya Thakare" userId="c4056d686f250dbc" providerId="LiveId" clId="{ADF5EAFE-B201-4D67-B3ED-B5768577F4E9}" dt="2023-11-28T17:09:29.454" v="697" actId="26606"/>
          <ac:grpSpMkLst>
            <pc:docMk/>
            <pc:sldMk cId="1689804964" sldId="286"/>
            <ac:grpSpMk id="174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7:09:31.983" v="701" actId="26606"/>
          <ac:grpSpMkLst>
            <pc:docMk/>
            <pc:sldMk cId="1689804964" sldId="286"/>
            <ac:grpSpMk id="183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7:09:32.686" v="703" actId="26606"/>
          <ac:grpSpMkLst>
            <pc:docMk/>
            <pc:sldMk cId="1689804964" sldId="286"/>
            <ac:grpSpMk id="189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7:09:49.883" v="721" actId="26606"/>
          <ac:grpSpMkLst>
            <pc:docMk/>
            <pc:sldMk cId="1689804964" sldId="286"/>
            <ac:grpSpMk id="221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7:09:51.070" v="723" actId="26606"/>
          <ac:grpSpMkLst>
            <pc:docMk/>
            <pc:sldMk cId="1689804964" sldId="286"/>
            <ac:grpSpMk id="227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7:09:51.695" v="725" actId="26606"/>
          <ac:grpSpMkLst>
            <pc:docMk/>
            <pc:sldMk cId="1689804964" sldId="286"/>
            <ac:grpSpMk id="233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7:09:52.335" v="727" actId="26606"/>
          <ac:grpSpMkLst>
            <pc:docMk/>
            <pc:sldMk cId="1689804964" sldId="286"/>
            <ac:grpSpMk id="239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7:10:01.013" v="729" actId="26606"/>
          <ac:grpSpMkLst>
            <pc:docMk/>
            <pc:sldMk cId="1689804964" sldId="286"/>
            <ac:grpSpMk id="245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7:10:05.423" v="731" actId="26606"/>
          <ac:grpSpMkLst>
            <pc:docMk/>
            <pc:sldMk cId="1689804964" sldId="286"/>
            <ac:grpSpMk id="251" creationId="{58495BCC-CE77-4CC2-952E-846F41119FD5}"/>
          </ac:grpSpMkLst>
        </pc:grpChg>
        <pc:grpChg chg="add del">
          <ac:chgData name="Aditya Thakare" userId="c4056d686f250dbc" providerId="LiveId" clId="{ADF5EAFE-B201-4D67-B3ED-B5768577F4E9}" dt="2023-11-28T18:10:44.392" v="1372"/>
          <ac:grpSpMkLst>
            <pc:docMk/>
            <pc:sldMk cId="1689804964" sldId="286"/>
            <ac:grpSpMk id="257" creationId="{58495BCC-CE77-4CC2-952E-846F41119FD5}"/>
          </ac:grpSpMkLst>
        </pc:grpChg>
        <pc:graphicFrameChg chg="add mod modGraphic">
          <ac:chgData name="Aditya Thakare" userId="c4056d686f250dbc" providerId="LiveId" clId="{ADF5EAFE-B201-4D67-B3ED-B5768577F4E9}" dt="2023-11-28T17:10:05.455" v="732" actId="26606"/>
          <ac:graphicFrameMkLst>
            <pc:docMk/>
            <pc:sldMk cId="1689804964" sldId="286"/>
            <ac:graphicFrameMk id="2" creationId="{742931EA-ACBA-C07D-E58B-15998BBC86E0}"/>
          </ac:graphicFrameMkLst>
        </pc:graphicFrameChg>
        <pc:picChg chg="add mod">
          <ac:chgData name="Aditya Thakare" userId="c4056d686f250dbc" providerId="LiveId" clId="{ADF5EAFE-B201-4D67-B3ED-B5768577F4E9}" dt="2023-11-28T18:16:30.974" v="1417"/>
          <ac:picMkLst>
            <pc:docMk/>
            <pc:sldMk cId="1689804964" sldId="286"/>
            <ac:picMk id="3" creationId="{AD6D47F0-E4A0-5F3C-57B0-B4BCB85B1864}"/>
          </ac:picMkLst>
        </pc:picChg>
        <pc:picChg chg="add mod">
          <ac:chgData name="Aditya Thakare" userId="c4056d686f250dbc" providerId="LiveId" clId="{ADF5EAFE-B201-4D67-B3ED-B5768577F4E9}" dt="2023-11-28T18:16:30.974" v="1417"/>
          <ac:picMkLst>
            <pc:docMk/>
            <pc:sldMk cId="1689804964" sldId="286"/>
            <ac:picMk id="224" creationId="{93E1AAE6-4514-14E8-63E7-BE4633997137}"/>
          </ac:picMkLst>
        </pc:picChg>
        <pc:cxnChg chg="add del">
          <ac:chgData name="Aditya Thakare" userId="c4056d686f250dbc" providerId="LiveId" clId="{ADF5EAFE-B201-4D67-B3ED-B5768577F4E9}" dt="2023-11-28T17:09:22.952" v="689" actId="26606"/>
          <ac:cxnSpMkLst>
            <pc:docMk/>
            <pc:sldMk cId="1689804964" sldId="286"/>
            <ac:cxnSpMk id="163" creationId="{E12350F3-DB83-413A-980B-1CEB92498664}"/>
          </ac:cxnSpMkLst>
        </pc:cxnChg>
        <pc:cxnChg chg="add del">
          <ac:chgData name="Aditya Thakare" userId="c4056d686f250dbc" providerId="LiveId" clId="{ADF5EAFE-B201-4D67-B3ED-B5768577F4E9}" dt="2023-11-28T17:09:24.327" v="693" actId="26606"/>
          <ac:cxnSpMkLst>
            <pc:docMk/>
            <pc:sldMk cId="1689804964" sldId="286"/>
            <ac:cxnSpMk id="168" creationId="{22F6364A-B358-4BEE-B158-0734D2C938D4}"/>
          </ac:cxnSpMkLst>
        </pc:cxnChg>
        <pc:cxnChg chg="add del">
          <ac:chgData name="Aditya Thakare" userId="c4056d686f250dbc" providerId="LiveId" clId="{ADF5EAFE-B201-4D67-B3ED-B5768577F4E9}" dt="2023-11-28T17:09:25.436" v="695" actId="26606"/>
          <ac:cxnSpMkLst>
            <pc:docMk/>
            <pc:sldMk cId="1689804964" sldId="286"/>
            <ac:cxnSpMk id="170" creationId="{22F6364A-B358-4BEE-B158-0734D2C938D4}"/>
          </ac:cxnSpMkLst>
        </pc:cxnChg>
      </pc:sldChg>
      <pc:sldChg chg="new del">
        <pc:chgData name="Aditya Thakare" userId="c4056d686f250dbc" providerId="LiveId" clId="{ADF5EAFE-B201-4D67-B3ED-B5768577F4E9}" dt="2023-11-28T17:22:22.946" v="871" actId="47"/>
        <pc:sldMkLst>
          <pc:docMk/>
          <pc:sldMk cId="2779240075" sldId="287"/>
        </pc:sldMkLst>
      </pc:sldChg>
      <pc:sldChg chg="addSp delSp modSp add del mod setBg delDesignElem">
        <pc:chgData name="Aditya Thakare" userId="c4056d686f250dbc" providerId="LiveId" clId="{ADF5EAFE-B201-4D67-B3ED-B5768577F4E9}" dt="2023-11-28T18:16:57.889" v="1423" actId="14100"/>
        <pc:sldMkLst>
          <pc:docMk/>
          <pc:sldMk cId="1098966879" sldId="289"/>
        </pc:sldMkLst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2" creationId="{60FE1738-3217-7340-AC6A-CE01A20CE7D0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21" creationId="{82B7B3B2-8B6D-EEC0-8E9A-CD3CB76928AB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22" creationId="{BD17B338-05E3-05F7-B91E-739C03BA52CC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26" creationId="{D358B569-A0B2-2B82-EC3A-53C9DB9EB8C0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28" creationId="{E7EB75C6-A1B5-D4DE-8052-1344C391BF58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29" creationId="{93298E00-A766-6BA5-20D6-C959013AB5B7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31" creationId="{97841D81-5245-74F0-CAD5-BE59391158BC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33" creationId="{6AE1CE54-B6A8-62FA-E5FA-F2B572113325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35" creationId="{BA2609DD-1A6F-7A79-83D9-A36DD2E11E9A}"/>
          </ac:spMkLst>
        </pc:spChg>
        <pc:spChg chg="mod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37" creationId="{E47FC6ED-510A-EEBE-E5D9-ACC5DC5A6FE2}"/>
          </ac:spMkLst>
        </pc:spChg>
        <pc:spChg chg="add del">
          <ac:chgData name="Aditya Thakare" userId="c4056d686f250dbc" providerId="LiveId" clId="{ADF5EAFE-B201-4D67-B3ED-B5768577F4E9}" dt="2023-11-28T17:21:47.692" v="857" actId="26606"/>
          <ac:spMkLst>
            <pc:docMk/>
            <pc:sldMk cId="1098966879" sldId="289"/>
            <ac:spMk id="42" creationId="{AE2B703B-46F9-481A-A605-82E2A828C4FA}"/>
          </ac:spMkLst>
        </pc:spChg>
        <pc:spChg chg="add del">
          <ac:chgData name="Aditya Thakare" userId="c4056d686f250dbc" providerId="LiveId" clId="{ADF5EAFE-B201-4D67-B3ED-B5768577F4E9}" dt="2023-11-28T17:21:47.692" v="857" actId="26606"/>
          <ac:spMkLst>
            <pc:docMk/>
            <pc:sldMk cId="1098966879" sldId="289"/>
            <ac:spMk id="44" creationId="{F13BE4D7-0C3D-4906-B230-A1C5B4665CCF}"/>
          </ac:spMkLst>
        </pc:spChg>
        <pc:spChg chg="add del">
          <ac:chgData name="Aditya Thakare" userId="c4056d686f250dbc" providerId="LiveId" clId="{ADF5EAFE-B201-4D67-B3ED-B5768577F4E9}" dt="2023-11-28T17:22:05.675" v="859" actId="26606"/>
          <ac:spMkLst>
            <pc:docMk/>
            <pc:sldMk cId="1098966879" sldId="289"/>
            <ac:spMk id="47" creationId="{738F59A4-4431-460D-8E49-6E65C189A566}"/>
          </ac:spMkLst>
        </pc:spChg>
        <pc:spChg chg="add del">
          <ac:chgData name="Aditya Thakare" userId="c4056d686f250dbc" providerId="LiveId" clId="{ADF5EAFE-B201-4D67-B3ED-B5768577F4E9}" dt="2023-11-28T17:22:06.191" v="861" actId="26606"/>
          <ac:spMkLst>
            <pc:docMk/>
            <pc:sldMk cId="1098966879" sldId="289"/>
            <ac:spMk id="50" creationId="{D9A7F3BF-8763-4074-AD77-92790AF314D1}"/>
          </ac:spMkLst>
        </pc:spChg>
        <pc:spChg chg="add del">
          <ac:chgData name="Aditya Thakare" userId="c4056d686f250dbc" providerId="LiveId" clId="{ADF5EAFE-B201-4D67-B3ED-B5768577F4E9}" dt="2023-11-28T17:22:06.941" v="863" actId="26606"/>
          <ac:spMkLst>
            <pc:docMk/>
            <pc:sldMk cId="1098966879" sldId="289"/>
            <ac:spMk id="56" creationId="{738F59A4-4431-460D-8E49-6E65C189A566}"/>
          </ac:spMkLst>
        </pc:spChg>
        <pc:spChg chg="add del">
          <ac:chgData name="Aditya Thakare" userId="c4056d686f250dbc" providerId="LiveId" clId="{ADF5EAFE-B201-4D67-B3ED-B5768577F4E9}" dt="2023-11-28T17:22:08.050" v="865" actId="26606"/>
          <ac:spMkLst>
            <pc:docMk/>
            <pc:sldMk cId="1098966879" sldId="289"/>
            <ac:spMk id="59" creationId="{D9A7F3BF-8763-4074-AD77-92790AF314D1}"/>
          </ac:spMkLst>
        </pc:spChg>
        <pc:spChg chg="del">
          <ac:chgData name="Aditya Thakare" userId="c4056d686f250dbc" providerId="LiveId" clId="{ADF5EAFE-B201-4D67-B3ED-B5768577F4E9}" dt="2023-11-28T17:21:38.741" v="854"/>
          <ac:spMkLst>
            <pc:docMk/>
            <pc:sldMk cId="1098966879" sldId="289"/>
            <ac:spMk id="66" creationId="{AE2B703B-46F9-481A-A605-82E2A828C4FA}"/>
          </ac:spMkLst>
        </pc:spChg>
        <pc:spChg chg="del">
          <ac:chgData name="Aditya Thakare" userId="c4056d686f250dbc" providerId="LiveId" clId="{ADF5EAFE-B201-4D67-B3ED-B5768577F4E9}" dt="2023-11-28T17:21:38.741" v="854"/>
          <ac:spMkLst>
            <pc:docMk/>
            <pc:sldMk cId="1098966879" sldId="289"/>
            <ac:spMk id="67" creationId="{F13BE4D7-0C3D-4906-B230-A1C5B4665CCF}"/>
          </ac:spMkLst>
        </pc:spChg>
        <pc:spChg chg="add del">
          <ac:chgData name="Aditya Thakare" userId="c4056d686f250dbc" providerId="LiveId" clId="{ADF5EAFE-B201-4D67-B3ED-B5768577F4E9}" dt="2023-11-28T17:22:08.722" v="867" actId="26606"/>
          <ac:spMkLst>
            <pc:docMk/>
            <pc:sldMk cId="1098966879" sldId="289"/>
            <ac:spMk id="68" creationId="{738F59A4-4431-460D-8E49-6E65C189A566}"/>
          </ac:spMkLst>
        </pc:spChg>
        <pc:spChg chg="add del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71" creationId="{2659FDB4-FCBE-4A89-B46D-43D4FA54464D}"/>
          </ac:spMkLst>
        </pc:spChg>
        <pc:spChg chg="add del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73" creationId="{58BDB0EE-D238-415B-9ED8-62AA6AB2AAD1}"/>
          </ac:spMkLst>
        </pc:spChg>
        <pc:spChg chg="add del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74" creationId="{C5B55FC3-961D-4325-82F1-DE92B0D04E03}"/>
          </ac:spMkLst>
        </pc:spChg>
        <pc:spChg chg="add del">
          <ac:chgData name="Aditya Thakare" userId="c4056d686f250dbc" providerId="LiveId" clId="{ADF5EAFE-B201-4D67-B3ED-B5768577F4E9}" dt="2023-11-28T17:22:10.206" v="869" actId="26606"/>
          <ac:spMkLst>
            <pc:docMk/>
            <pc:sldMk cId="1098966879" sldId="289"/>
            <ac:spMk id="75" creationId="{4C8AB332-D09E-4F28-943C-DABDD4716A3C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098966879" sldId="289"/>
            <ac:spMk id="77" creationId="{AE2B703B-46F9-481A-A605-82E2A828C4FA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1098966879" sldId="289"/>
            <ac:spMk id="78" creationId="{F13BE4D7-0C3D-4906-B230-A1C5B4665CCF}"/>
          </ac:spMkLst>
        </pc:spChg>
        <pc:grpChg chg="add del">
          <ac:chgData name="Aditya Thakare" userId="c4056d686f250dbc" providerId="LiveId" clId="{ADF5EAFE-B201-4D67-B3ED-B5768577F4E9}" dt="2023-11-28T17:22:05.675" v="859" actId="26606"/>
          <ac:grpSpMkLst>
            <pc:docMk/>
            <pc:sldMk cId="1098966879" sldId="289"/>
            <ac:grpSpMk id="48" creationId="{8A919B9C-5C01-47E4-B2F2-45F589208ABF}"/>
          </ac:grpSpMkLst>
        </pc:grpChg>
        <pc:grpChg chg="add del">
          <ac:chgData name="Aditya Thakare" userId="c4056d686f250dbc" providerId="LiveId" clId="{ADF5EAFE-B201-4D67-B3ED-B5768577F4E9}" dt="2023-11-28T17:22:06.191" v="861" actId="26606"/>
          <ac:grpSpMkLst>
            <pc:docMk/>
            <pc:sldMk cId="1098966879" sldId="289"/>
            <ac:grpSpMk id="51" creationId="{7A9648D6-B41B-42D0-A817-AE2607B0B5B8}"/>
          </ac:grpSpMkLst>
        </pc:grpChg>
        <pc:grpChg chg="add del">
          <ac:chgData name="Aditya Thakare" userId="c4056d686f250dbc" providerId="LiveId" clId="{ADF5EAFE-B201-4D67-B3ED-B5768577F4E9}" dt="2023-11-28T17:22:06.941" v="863" actId="26606"/>
          <ac:grpSpMkLst>
            <pc:docMk/>
            <pc:sldMk cId="1098966879" sldId="289"/>
            <ac:grpSpMk id="57" creationId="{8A919B9C-5C01-47E4-B2F2-45F589208ABF}"/>
          </ac:grpSpMkLst>
        </pc:grpChg>
        <pc:grpChg chg="add del">
          <ac:chgData name="Aditya Thakare" userId="c4056d686f250dbc" providerId="LiveId" clId="{ADF5EAFE-B201-4D67-B3ED-B5768577F4E9}" dt="2023-11-28T17:22:08.050" v="865" actId="26606"/>
          <ac:grpSpMkLst>
            <pc:docMk/>
            <pc:sldMk cId="1098966879" sldId="289"/>
            <ac:grpSpMk id="60" creationId="{7A9648D6-B41B-42D0-A817-AE2607B0B5B8}"/>
          </ac:grpSpMkLst>
        </pc:grpChg>
        <pc:grpChg chg="add del">
          <ac:chgData name="Aditya Thakare" userId="c4056d686f250dbc" providerId="LiveId" clId="{ADF5EAFE-B201-4D67-B3ED-B5768577F4E9}" dt="2023-11-28T17:22:08.722" v="867" actId="26606"/>
          <ac:grpSpMkLst>
            <pc:docMk/>
            <pc:sldMk cId="1098966879" sldId="289"/>
            <ac:grpSpMk id="69" creationId="{8A919B9C-5C01-47E4-B2F2-45F589208ABF}"/>
          </ac:grpSpMkLst>
        </pc:grpChg>
        <pc:picChg chg="add mod">
          <ac:chgData name="Aditya Thakare" userId="c4056d686f250dbc" providerId="LiveId" clId="{ADF5EAFE-B201-4D67-B3ED-B5768577F4E9}" dt="2023-11-28T18:16:57.889" v="1423" actId="14100"/>
          <ac:picMkLst>
            <pc:docMk/>
            <pc:sldMk cId="1098966879" sldId="289"/>
            <ac:picMk id="3" creationId="{E106827E-EA68-038A-E06F-2A5567C18B32}"/>
          </ac:picMkLst>
        </pc:picChg>
        <pc:picChg chg="add del mod">
          <ac:chgData name="Aditya Thakare" userId="c4056d686f250dbc" providerId="LiveId" clId="{ADF5EAFE-B201-4D67-B3ED-B5768577F4E9}" dt="2023-11-28T18:16:49.207" v="1420" actId="478"/>
          <ac:picMkLst>
            <pc:docMk/>
            <pc:sldMk cId="1098966879" sldId="289"/>
            <ac:picMk id="4" creationId="{CF4F88C7-31C0-B82F-ACBC-9975023D3135}"/>
          </ac:picMkLst>
        </pc:picChg>
        <pc:picChg chg="mod">
          <ac:chgData name="Aditya Thakare" userId="c4056d686f250dbc" providerId="LiveId" clId="{ADF5EAFE-B201-4D67-B3ED-B5768577F4E9}" dt="2023-11-28T17:22:10.206" v="869" actId="26606"/>
          <ac:picMkLst>
            <pc:docMk/>
            <pc:sldMk cId="1098966879" sldId="289"/>
            <ac:picMk id="23" creationId="{8C726957-6D41-DA76-FC92-8CEA23C07C05}"/>
          </ac:picMkLst>
        </pc:picChg>
        <pc:picChg chg="mod">
          <ac:chgData name="Aditya Thakare" userId="c4056d686f250dbc" providerId="LiveId" clId="{ADF5EAFE-B201-4D67-B3ED-B5768577F4E9}" dt="2023-11-28T17:22:10.206" v="869" actId="26606"/>
          <ac:picMkLst>
            <pc:docMk/>
            <pc:sldMk cId="1098966879" sldId="289"/>
            <ac:picMk id="24" creationId="{C4BBE60C-916A-9870-B90B-F1E53C87325C}"/>
          </ac:picMkLst>
        </pc:picChg>
        <pc:picChg chg="mod">
          <ac:chgData name="Aditya Thakare" userId="c4056d686f250dbc" providerId="LiveId" clId="{ADF5EAFE-B201-4D67-B3ED-B5768577F4E9}" dt="2023-11-28T17:22:10.206" v="869" actId="26606"/>
          <ac:picMkLst>
            <pc:docMk/>
            <pc:sldMk cId="1098966879" sldId="289"/>
            <ac:picMk id="25" creationId="{03588F63-76F0-CD59-21E3-6235530E1A60}"/>
          </ac:picMkLst>
        </pc:picChg>
        <pc:picChg chg="mod">
          <ac:chgData name="Aditya Thakare" userId="c4056d686f250dbc" providerId="LiveId" clId="{ADF5EAFE-B201-4D67-B3ED-B5768577F4E9}" dt="2023-11-28T17:22:10.206" v="869" actId="26606"/>
          <ac:picMkLst>
            <pc:docMk/>
            <pc:sldMk cId="1098966879" sldId="289"/>
            <ac:picMk id="27" creationId="{A3F97587-30E7-E8C6-9EBD-8D27A73173B6}"/>
          </ac:picMkLst>
        </pc:picChg>
        <pc:picChg chg="mod">
          <ac:chgData name="Aditya Thakare" userId="c4056d686f250dbc" providerId="LiveId" clId="{ADF5EAFE-B201-4D67-B3ED-B5768577F4E9}" dt="2023-11-28T17:22:10.206" v="869" actId="26606"/>
          <ac:picMkLst>
            <pc:docMk/>
            <pc:sldMk cId="1098966879" sldId="289"/>
            <ac:picMk id="30" creationId="{5736372C-950D-D8CD-6F4D-B9D12C60620A}"/>
          </ac:picMkLst>
        </pc:picChg>
        <pc:picChg chg="mod">
          <ac:chgData name="Aditya Thakare" userId="c4056d686f250dbc" providerId="LiveId" clId="{ADF5EAFE-B201-4D67-B3ED-B5768577F4E9}" dt="2023-11-28T17:22:10.206" v="869" actId="26606"/>
          <ac:picMkLst>
            <pc:docMk/>
            <pc:sldMk cId="1098966879" sldId="289"/>
            <ac:picMk id="32" creationId="{9B01E703-8EB9-D9F9-DC75-7BDC51044D19}"/>
          </ac:picMkLst>
        </pc:picChg>
        <pc:picChg chg="mod">
          <ac:chgData name="Aditya Thakare" userId="c4056d686f250dbc" providerId="LiveId" clId="{ADF5EAFE-B201-4D67-B3ED-B5768577F4E9}" dt="2023-11-28T17:22:10.206" v="869" actId="26606"/>
          <ac:picMkLst>
            <pc:docMk/>
            <pc:sldMk cId="1098966879" sldId="289"/>
            <ac:picMk id="34" creationId="{BDA2D2E2-663A-36F8-B852-8FF09A8A0227}"/>
          </ac:picMkLst>
        </pc:picChg>
        <pc:picChg chg="mod">
          <ac:chgData name="Aditya Thakare" userId="c4056d686f250dbc" providerId="LiveId" clId="{ADF5EAFE-B201-4D67-B3ED-B5768577F4E9}" dt="2023-11-28T17:22:10.206" v="869" actId="26606"/>
          <ac:picMkLst>
            <pc:docMk/>
            <pc:sldMk cId="1098966879" sldId="289"/>
            <ac:picMk id="36" creationId="{A82B7A12-430D-5C90-A5DE-BAE06AEBAF0F}"/>
          </ac:picMkLst>
        </pc:picChg>
        <pc:picChg chg="del">
          <ac:chgData name="Aditya Thakare" userId="c4056d686f250dbc" providerId="LiveId" clId="{ADF5EAFE-B201-4D67-B3ED-B5768577F4E9}" dt="2023-11-28T17:21:40.835" v="855" actId="478"/>
          <ac:picMkLst>
            <pc:docMk/>
            <pc:sldMk cId="1098966879" sldId="289"/>
            <ac:picMk id="38" creationId="{B0B40E41-1273-5927-4E9C-8E32F622DBE1}"/>
          </ac:picMkLst>
        </pc:picChg>
        <pc:cxnChg chg="add del">
          <ac:chgData name="Aditya Thakare" userId="c4056d686f250dbc" providerId="LiveId" clId="{ADF5EAFE-B201-4D67-B3ED-B5768577F4E9}" dt="2023-11-28T17:22:06.191" v="861" actId="26606"/>
          <ac:cxnSpMkLst>
            <pc:docMk/>
            <pc:sldMk cId="1098966879" sldId="289"/>
            <ac:cxnSpMk id="49" creationId="{C49DA8F6-BCC1-4447-B54C-57856834B94B}"/>
          </ac:cxnSpMkLst>
        </pc:cxnChg>
        <pc:cxnChg chg="add del">
          <ac:chgData name="Aditya Thakare" userId="c4056d686f250dbc" providerId="LiveId" clId="{ADF5EAFE-B201-4D67-B3ED-B5768577F4E9}" dt="2023-11-28T17:22:08.050" v="865" actId="26606"/>
          <ac:cxnSpMkLst>
            <pc:docMk/>
            <pc:sldMk cId="1098966879" sldId="289"/>
            <ac:cxnSpMk id="64" creationId="{C49DA8F6-BCC1-4447-B54C-57856834B94B}"/>
          </ac:cxnSpMkLst>
        </pc:cxnChg>
        <pc:cxnChg chg="add del">
          <ac:chgData name="Aditya Thakare" userId="c4056d686f250dbc" providerId="LiveId" clId="{ADF5EAFE-B201-4D67-B3ED-B5768577F4E9}" dt="2023-11-28T17:22:10.206" v="869" actId="26606"/>
          <ac:cxnSpMkLst>
            <pc:docMk/>
            <pc:sldMk cId="1098966879" sldId="289"/>
            <ac:cxnSpMk id="72" creationId="{C8F51B3F-8331-4E4A-AE96-D47B1006EEAD}"/>
          </ac:cxnSpMkLst>
        </pc:cxnChg>
      </pc:sldChg>
      <pc:sldChg chg="new del">
        <pc:chgData name="Aditya Thakare" userId="c4056d686f250dbc" providerId="LiveId" clId="{ADF5EAFE-B201-4D67-B3ED-B5768577F4E9}" dt="2023-11-28T17:26:21.530" v="878" actId="47"/>
        <pc:sldMkLst>
          <pc:docMk/>
          <pc:sldMk cId="2792530801" sldId="290"/>
        </pc:sldMkLst>
      </pc:sldChg>
      <pc:sldChg chg="addSp delSp modSp add mod setBg">
        <pc:chgData name="Aditya Thakare" userId="c4056d686f250dbc" providerId="LiveId" clId="{ADF5EAFE-B201-4D67-B3ED-B5768577F4E9}" dt="2023-11-28T18:21:28.082" v="1456" actId="1076"/>
        <pc:sldMkLst>
          <pc:docMk/>
          <pc:sldMk cId="1995949928" sldId="291"/>
        </pc:sldMkLst>
        <pc:spChg chg="mod">
          <ac:chgData name="Aditya Thakare" userId="c4056d686f250dbc" providerId="LiveId" clId="{ADF5EAFE-B201-4D67-B3ED-B5768577F4E9}" dt="2023-11-28T18:20:29.310" v="1446" actId="26606"/>
          <ac:spMkLst>
            <pc:docMk/>
            <pc:sldMk cId="1995949928" sldId="291"/>
            <ac:spMk id="2" creationId="{EB2FB4DC-F15F-AF89-B69D-02012545A8C3}"/>
          </ac:spMkLst>
        </pc:spChg>
        <pc:spChg chg="mod ord">
          <ac:chgData name="Aditya Thakare" userId="c4056d686f250dbc" providerId="LiveId" clId="{ADF5EAFE-B201-4D67-B3ED-B5768577F4E9}" dt="2023-11-28T18:20:29.310" v="1446" actId="26606"/>
          <ac:spMkLst>
            <pc:docMk/>
            <pc:sldMk cId="1995949928" sldId="291"/>
            <ac:spMk id="4" creationId="{827F7F17-21E5-B43C-ECC2-AE3D895ADFAF}"/>
          </ac:spMkLst>
        </pc:spChg>
        <pc:spChg chg="add del mod">
          <ac:chgData name="Aditya Thakare" userId="c4056d686f250dbc" providerId="LiveId" clId="{ADF5EAFE-B201-4D67-B3ED-B5768577F4E9}" dt="2023-11-28T18:03:07.684" v="1243" actId="478"/>
          <ac:spMkLst>
            <pc:docMk/>
            <pc:sldMk cId="1995949928" sldId="291"/>
            <ac:spMk id="6" creationId="{FDB884EE-7D61-BAD0-26F2-BDC52AB8A6E9}"/>
          </ac:spMkLst>
        </pc:spChg>
        <pc:spChg chg="add del">
          <ac:chgData name="Aditya Thakare" userId="c4056d686f250dbc" providerId="LiveId" clId="{ADF5EAFE-B201-4D67-B3ED-B5768577F4E9}" dt="2023-11-28T18:03:39.884" v="1248" actId="26606"/>
          <ac:spMkLst>
            <pc:docMk/>
            <pc:sldMk cId="1995949928" sldId="291"/>
            <ac:spMk id="12" creationId="{8B3A2D1A-45FC-4F95-B150-1C13EF2F6D09}"/>
          </ac:spMkLst>
        </pc:spChg>
        <pc:spChg chg="add del">
          <ac:chgData name="Aditya Thakare" userId="c4056d686f250dbc" providerId="LiveId" clId="{ADF5EAFE-B201-4D67-B3ED-B5768577F4E9}" dt="2023-11-28T18:03:39.884" v="1248" actId="26606"/>
          <ac:spMkLst>
            <pc:docMk/>
            <pc:sldMk cId="1995949928" sldId="291"/>
            <ac:spMk id="14" creationId="{F3768FD5-DD7A-43C7-8DEA-1F5DB3CB5B95}"/>
          </ac:spMkLst>
        </pc:spChg>
        <pc:spChg chg="add del">
          <ac:chgData name="Aditya Thakare" userId="c4056d686f250dbc" providerId="LiveId" clId="{ADF5EAFE-B201-4D67-B3ED-B5768577F4E9}" dt="2023-11-28T18:03:39.884" v="1247" actId="26606"/>
          <ac:spMkLst>
            <pc:docMk/>
            <pc:sldMk cId="1995949928" sldId="291"/>
            <ac:spMk id="19" creationId="{C3896A03-3945-419A-B66B-4EE266EDD152}"/>
          </ac:spMkLst>
        </pc:spChg>
        <pc:spChg chg="add del">
          <ac:chgData name="Aditya Thakare" userId="c4056d686f250dbc" providerId="LiveId" clId="{ADF5EAFE-B201-4D67-B3ED-B5768577F4E9}" dt="2023-11-28T18:03:39.884" v="1247" actId="26606"/>
          <ac:spMkLst>
            <pc:docMk/>
            <pc:sldMk cId="1995949928" sldId="291"/>
            <ac:spMk id="21" creationId="{B34F5AD2-EDBD-4BBD-A55C-EAFFD0C7097A}"/>
          </ac:spMkLst>
        </pc:spChg>
        <pc:spChg chg="add del">
          <ac:chgData name="Aditya Thakare" userId="c4056d686f250dbc" providerId="LiveId" clId="{ADF5EAFE-B201-4D67-B3ED-B5768577F4E9}" dt="2023-11-28T18:03:39.884" v="1247" actId="26606"/>
          <ac:spMkLst>
            <pc:docMk/>
            <pc:sldMk cId="1995949928" sldId="291"/>
            <ac:spMk id="23" creationId="{450D3AD2-FA80-415F-A9CE-54D884561CD7}"/>
          </ac:spMkLst>
        </pc:spChg>
        <pc:spChg chg="add del">
          <ac:chgData name="Aditya Thakare" userId="c4056d686f250dbc" providerId="LiveId" clId="{ADF5EAFE-B201-4D67-B3ED-B5768577F4E9}" dt="2023-11-28T18:03:55.583" v="1249" actId="26606"/>
          <ac:spMkLst>
            <pc:docMk/>
            <pc:sldMk cId="1995949928" sldId="291"/>
            <ac:spMk id="25" creationId="{B1595A09-E336-4D1B-9B3A-06A2287A54E2}"/>
          </ac:spMkLst>
        </pc:spChg>
        <pc:spChg chg="add del">
          <ac:chgData name="Aditya Thakare" userId="c4056d686f250dbc" providerId="LiveId" clId="{ADF5EAFE-B201-4D67-B3ED-B5768577F4E9}" dt="2023-11-28T18:03:55.583" v="1249" actId="26606"/>
          <ac:spMkLst>
            <pc:docMk/>
            <pc:sldMk cId="1995949928" sldId="291"/>
            <ac:spMk id="26" creationId="{3540989C-C7B8-473B-BF87-6F2DA6A90006}"/>
          </ac:spMkLst>
        </pc:spChg>
        <pc:picChg chg="del">
          <ac:chgData name="Aditya Thakare" userId="c4056d686f250dbc" providerId="LiveId" clId="{ADF5EAFE-B201-4D67-B3ED-B5768577F4E9}" dt="2023-11-28T18:03:06.997" v="1242" actId="478"/>
          <ac:picMkLst>
            <pc:docMk/>
            <pc:sldMk cId="1995949928" sldId="291"/>
            <ac:picMk id="5" creationId="{1D9E0757-FC71-006C-B231-DA0C0BAA4D9A}"/>
          </ac:picMkLst>
        </pc:picChg>
        <pc:picChg chg="add mod ord">
          <ac:chgData name="Aditya Thakare" userId="c4056d686f250dbc" providerId="LiveId" clId="{ADF5EAFE-B201-4D67-B3ED-B5768577F4E9}" dt="2023-11-28T18:20:29.310" v="1446" actId="26606"/>
          <ac:picMkLst>
            <pc:docMk/>
            <pc:sldMk cId="1995949928" sldId="291"/>
            <ac:picMk id="7" creationId="{B113E172-7AC8-81A2-BDC6-8477DAE74707}"/>
          </ac:picMkLst>
        </pc:picChg>
        <pc:picChg chg="add del mod">
          <ac:chgData name="Aditya Thakare" userId="c4056d686f250dbc" providerId="LiveId" clId="{ADF5EAFE-B201-4D67-B3ED-B5768577F4E9}" dt="2023-11-28T18:20:41.574" v="1447"/>
          <ac:picMkLst>
            <pc:docMk/>
            <pc:sldMk cId="1995949928" sldId="291"/>
            <ac:picMk id="8" creationId="{D2902ECC-DA9A-6552-7394-784D73B8AE1B}"/>
          </ac:picMkLst>
        </pc:picChg>
        <pc:picChg chg="add del mod">
          <ac:chgData name="Aditya Thakare" userId="c4056d686f250dbc" providerId="LiveId" clId="{ADF5EAFE-B201-4D67-B3ED-B5768577F4E9}" dt="2023-11-28T18:20:41.574" v="1447"/>
          <ac:picMkLst>
            <pc:docMk/>
            <pc:sldMk cId="1995949928" sldId="291"/>
            <ac:picMk id="9" creationId="{7109BE24-181E-8621-93D7-810C4A3613E5}"/>
          </ac:picMkLst>
        </pc:picChg>
        <pc:picChg chg="add mod">
          <ac:chgData name="Aditya Thakare" userId="c4056d686f250dbc" providerId="LiveId" clId="{ADF5EAFE-B201-4D67-B3ED-B5768577F4E9}" dt="2023-11-28T18:21:28.082" v="1456" actId="1076"/>
          <ac:picMkLst>
            <pc:docMk/>
            <pc:sldMk cId="1995949928" sldId="291"/>
            <ac:picMk id="10" creationId="{DE7CF9D2-9E84-B82A-FE0C-7997B9E0A1AD}"/>
          </ac:picMkLst>
        </pc:picChg>
        <pc:picChg chg="add mod">
          <ac:chgData name="Aditya Thakare" userId="c4056d686f250dbc" providerId="LiveId" clId="{ADF5EAFE-B201-4D67-B3ED-B5768577F4E9}" dt="2023-11-28T18:21:19.575" v="1455" actId="1076"/>
          <ac:picMkLst>
            <pc:docMk/>
            <pc:sldMk cId="1995949928" sldId="291"/>
            <ac:picMk id="11" creationId="{516381DC-B632-6813-4FAE-927743236931}"/>
          </ac:picMkLst>
        </pc:picChg>
      </pc:sldChg>
      <pc:sldChg chg="addSp delSp modSp new add del mod">
        <pc:chgData name="Aditya Thakare" userId="c4056d686f250dbc" providerId="LiveId" clId="{ADF5EAFE-B201-4D67-B3ED-B5768577F4E9}" dt="2023-11-28T17:40:15.187" v="1018" actId="47"/>
        <pc:sldMkLst>
          <pc:docMk/>
          <pc:sldMk cId="4096923276" sldId="292"/>
        </pc:sldMkLst>
        <pc:spChg chg="add del mod">
          <ac:chgData name="Aditya Thakare" userId="c4056d686f250dbc" providerId="LiveId" clId="{ADF5EAFE-B201-4D67-B3ED-B5768577F4E9}" dt="2023-11-28T17:33:49.216" v="942"/>
          <ac:spMkLst>
            <pc:docMk/>
            <pc:sldMk cId="4096923276" sldId="292"/>
            <ac:spMk id="3" creationId="{70A6D113-6A6A-D361-40AA-544C48777719}"/>
          </ac:spMkLst>
        </pc:spChg>
      </pc:sldChg>
      <pc:sldChg chg="addSp delSp modSp add mod setBg delDesignElem">
        <pc:chgData name="Aditya Thakare" userId="c4056d686f250dbc" providerId="LiveId" clId="{ADF5EAFE-B201-4D67-B3ED-B5768577F4E9}" dt="2023-11-28T18:18:51.342" v="1438" actId="404"/>
        <pc:sldMkLst>
          <pc:docMk/>
          <pc:sldMk cId="3271631470" sldId="293"/>
        </pc:sldMkLst>
        <pc:spChg chg="mod">
          <ac:chgData name="Aditya Thakare" userId="c4056d686f250dbc" providerId="LiveId" clId="{ADF5EAFE-B201-4D67-B3ED-B5768577F4E9}" dt="2023-11-28T18:18:37.934" v="1435" actId="1076"/>
          <ac:spMkLst>
            <pc:docMk/>
            <pc:sldMk cId="3271631470" sldId="293"/>
            <ac:spMk id="2" creationId="{3D0DA2BC-780F-BEBE-9C8D-112A4BD85CB9}"/>
          </ac:spMkLst>
        </pc:spChg>
        <pc:spChg chg="add del mod">
          <ac:chgData name="Aditya Thakare" userId="c4056d686f250dbc" providerId="LiveId" clId="{ADF5EAFE-B201-4D67-B3ED-B5768577F4E9}" dt="2023-11-28T18:18:51.342" v="1438" actId="404"/>
          <ac:spMkLst>
            <pc:docMk/>
            <pc:sldMk cId="3271631470" sldId="293"/>
            <ac:spMk id="65" creationId="{6DAFC996-FFD1-A839-4EEF-D041F9E708CF}"/>
          </ac:spMkLst>
        </pc:spChg>
        <pc:spChg chg="del">
          <ac:chgData name="Aditya Thakare" userId="c4056d686f250dbc" providerId="LiveId" clId="{ADF5EAFE-B201-4D67-B3ED-B5768577F4E9}" dt="2023-11-28T17:33:50.889" v="944"/>
          <ac:spMkLst>
            <pc:docMk/>
            <pc:sldMk cId="3271631470" sldId="293"/>
            <ac:spMk id="67" creationId="{913AE63C-D5B4-45D1-ACFC-648CFFCF9805}"/>
          </ac:spMkLst>
        </pc:spChg>
        <pc:spChg chg="del">
          <ac:chgData name="Aditya Thakare" userId="c4056d686f250dbc" providerId="LiveId" clId="{ADF5EAFE-B201-4D67-B3ED-B5768577F4E9}" dt="2023-11-28T17:33:50.889" v="944"/>
          <ac:spMkLst>
            <pc:docMk/>
            <pc:sldMk cId="3271631470" sldId="293"/>
            <ac:spMk id="69" creationId="{D1945E2A-ABF1-415C-B37A-BD0A5C199036}"/>
          </ac:spMkLst>
        </pc:spChg>
        <pc:spChg chg="add del">
          <ac:chgData name="Aditya Thakare" userId="c4056d686f250dbc" providerId="LiveId" clId="{ADF5EAFE-B201-4D67-B3ED-B5768577F4E9}" dt="2023-11-28T17:34:35.593" v="958" actId="26606"/>
          <ac:spMkLst>
            <pc:docMk/>
            <pc:sldMk cId="3271631470" sldId="293"/>
            <ac:spMk id="71" creationId="{C0763A76-9F1C-4FC5-82B7-DD475DA461B2}"/>
          </ac:spMkLst>
        </pc:spChg>
        <pc:spChg chg="add del">
          <ac:chgData name="Aditya Thakare" userId="c4056d686f250dbc" providerId="LiveId" clId="{ADF5EAFE-B201-4D67-B3ED-B5768577F4E9}" dt="2023-11-28T17:34:45.284" v="964" actId="26606"/>
          <ac:spMkLst>
            <pc:docMk/>
            <pc:sldMk cId="3271631470" sldId="293"/>
            <ac:spMk id="72" creationId="{DAAE4CDD-124C-4DCF-9584-B6033B545DD5}"/>
          </ac:spMkLst>
        </pc:spChg>
        <pc:spChg chg="add del">
          <ac:chgData name="Aditya Thakare" userId="c4056d686f250dbc" providerId="LiveId" clId="{ADF5EAFE-B201-4D67-B3ED-B5768577F4E9}" dt="2023-11-28T17:34:35.593" v="958" actId="26606"/>
          <ac:spMkLst>
            <pc:docMk/>
            <pc:sldMk cId="3271631470" sldId="293"/>
            <ac:spMk id="73" creationId="{E81BF4F6-F2CF-4984-9D14-D6966D92F99F}"/>
          </ac:spMkLst>
        </pc:spChg>
        <pc:spChg chg="add del">
          <ac:chgData name="Aditya Thakare" userId="c4056d686f250dbc" providerId="LiveId" clId="{ADF5EAFE-B201-4D67-B3ED-B5768577F4E9}" dt="2023-11-28T17:34:45.284" v="964" actId="26606"/>
          <ac:spMkLst>
            <pc:docMk/>
            <pc:sldMk cId="3271631470" sldId="293"/>
            <ac:spMk id="74" creationId="{081E4A58-353D-44AE-B2FC-2A74E2E400F7}"/>
          </ac:spMkLst>
        </pc:spChg>
        <pc:spChg chg="add del">
          <ac:chgData name="Aditya Thakare" userId="c4056d686f250dbc" providerId="LiveId" clId="{ADF5EAFE-B201-4D67-B3ED-B5768577F4E9}" dt="2023-11-28T17:34:43.878" v="962" actId="26606"/>
          <ac:spMkLst>
            <pc:docMk/>
            <pc:sldMk cId="3271631470" sldId="293"/>
            <ac:spMk id="77" creationId="{063BBA22-50EA-4C4D-BE05-F1CE4E63AA56}"/>
          </ac:spMkLst>
        </pc:spChg>
        <pc:spChg chg="add del">
          <ac:chgData name="Aditya Thakare" userId="c4056d686f250dbc" providerId="LiveId" clId="{ADF5EAFE-B201-4D67-B3ED-B5768577F4E9}" dt="2023-11-28T17:34:43.878" v="962" actId="26606"/>
          <ac:spMkLst>
            <pc:docMk/>
            <pc:sldMk cId="3271631470" sldId="293"/>
            <ac:spMk id="79" creationId="{BACC6370-2D7E-4714-9D71-7542949D7D5D}"/>
          </ac:spMkLst>
        </pc:spChg>
        <pc:spChg chg="add del">
          <ac:chgData name="Aditya Thakare" userId="c4056d686f250dbc" providerId="LiveId" clId="{ADF5EAFE-B201-4D67-B3ED-B5768577F4E9}" dt="2023-11-28T17:34:43.878" v="962" actId="26606"/>
          <ac:spMkLst>
            <pc:docMk/>
            <pc:sldMk cId="3271631470" sldId="293"/>
            <ac:spMk id="80" creationId="{F68B3F68-107C-434F-AA38-110D5EA91B85}"/>
          </ac:spMkLst>
        </pc:spChg>
        <pc:spChg chg="add del">
          <ac:chgData name="Aditya Thakare" userId="c4056d686f250dbc" providerId="LiveId" clId="{ADF5EAFE-B201-4D67-B3ED-B5768577F4E9}" dt="2023-11-28T17:34:43.878" v="962" actId="26606"/>
          <ac:spMkLst>
            <pc:docMk/>
            <pc:sldMk cId="3271631470" sldId="293"/>
            <ac:spMk id="81" creationId="{AAD0DBB9-1A4B-4391-81D4-CB19F9AB918A}"/>
          </ac:spMkLst>
        </pc:spChg>
        <pc:spChg chg="add del">
          <ac:chgData name="Aditya Thakare" userId="c4056d686f250dbc" providerId="LiveId" clId="{ADF5EAFE-B201-4D67-B3ED-B5768577F4E9}" dt="2023-11-28T17:34:45.284" v="964" actId="26606"/>
          <ac:spMkLst>
            <pc:docMk/>
            <pc:sldMk cId="3271631470" sldId="293"/>
            <ac:spMk id="84" creationId="{907EF6B7-1338-4443-8C46-6A318D952DFD}"/>
          </ac:spMkLst>
        </pc:spChg>
        <pc:spChg chg="add del">
          <ac:chgData name="Aditya Thakare" userId="c4056d686f250dbc" providerId="LiveId" clId="{ADF5EAFE-B201-4D67-B3ED-B5768577F4E9}" dt="2023-11-28T17:34:45.284" v="964" actId="26606"/>
          <ac:spMkLst>
            <pc:docMk/>
            <pc:sldMk cId="3271631470" sldId="293"/>
            <ac:spMk id="85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271631470" sldId="293"/>
            <ac:spMk id="86" creationId="{913AE63C-D5B4-45D1-ACFC-648CFFCF9805}"/>
          </ac:spMkLst>
        </pc:spChg>
        <pc:spChg chg="add del">
          <ac:chgData name="Aditya Thakare" userId="c4056d686f250dbc" providerId="LiveId" clId="{ADF5EAFE-B201-4D67-B3ED-B5768577F4E9}" dt="2023-11-28T17:34:47.674" v="966" actId="26606"/>
          <ac:spMkLst>
            <pc:docMk/>
            <pc:sldMk cId="3271631470" sldId="293"/>
            <ac:spMk id="87" creationId="{BACC6370-2D7E-4714-9D71-7542949D7D5D}"/>
          </ac:spMkLst>
        </pc:spChg>
        <pc:spChg chg="add del">
          <ac:chgData name="Aditya Thakare" userId="c4056d686f250dbc" providerId="LiveId" clId="{ADF5EAFE-B201-4D67-B3ED-B5768577F4E9}" dt="2023-11-28T17:34:47.674" v="966" actId="26606"/>
          <ac:spMkLst>
            <pc:docMk/>
            <pc:sldMk cId="3271631470" sldId="293"/>
            <ac:spMk id="88" creationId="{F68B3F68-107C-434F-AA38-110D5EA91B85}"/>
          </ac:spMkLst>
        </pc:spChg>
        <pc:spChg chg="add del">
          <ac:chgData name="Aditya Thakare" userId="c4056d686f250dbc" providerId="LiveId" clId="{ADF5EAFE-B201-4D67-B3ED-B5768577F4E9}" dt="2023-11-28T17:34:47.674" v="966" actId="26606"/>
          <ac:spMkLst>
            <pc:docMk/>
            <pc:sldMk cId="3271631470" sldId="293"/>
            <ac:spMk id="89" creationId="{AAD0DBB9-1A4B-4391-81D4-CB19F9AB918A}"/>
          </ac:spMkLst>
        </pc:spChg>
        <pc:spChg chg="add del">
          <ac:chgData name="Aditya Thakare" userId="c4056d686f250dbc" providerId="LiveId" clId="{ADF5EAFE-B201-4D67-B3ED-B5768577F4E9}" dt="2023-11-28T17:34:47.674" v="966" actId="26606"/>
          <ac:spMkLst>
            <pc:docMk/>
            <pc:sldMk cId="3271631470" sldId="293"/>
            <ac:spMk id="90" creationId="{063BBA22-50EA-4C4D-BE05-F1CE4E63AA56}"/>
          </ac:spMkLst>
        </pc:spChg>
        <pc:spChg chg="add del">
          <ac:chgData name="Aditya Thakare" userId="c4056d686f250dbc" providerId="LiveId" clId="{ADF5EAFE-B201-4D67-B3ED-B5768577F4E9}" dt="2023-11-28T17:35:57.040" v="968" actId="26606"/>
          <ac:spMkLst>
            <pc:docMk/>
            <pc:sldMk cId="3271631470" sldId="293"/>
            <ac:spMk id="93" creationId="{460B0EFB-53ED-4F35-B05D-F658EA021C65}"/>
          </ac:spMkLst>
        </pc:spChg>
        <pc:spChg chg="add del">
          <ac:chgData name="Aditya Thakare" userId="c4056d686f250dbc" providerId="LiveId" clId="{ADF5EAFE-B201-4D67-B3ED-B5768577F4E9}" dt="2023-11-28T17:35:57.040" v="968" actId="26606"/>
          <ac:spMkLst>
            <pc:docMk/>
            <pc:sldMk cId="3271631470" sldId="293"/>
            <ac:spMk id="95" creationId="{835EF3DD-7D43-4A27-8967-A92FD8CC9365}"/>
          </ac:spMkLst>
        </pc:spChg>
        <pc:spChg chg="add del">
          <ac:chgData name="Aditya Thakare" userId="c4056d686f250dbc" providerId="LiveId" clId="{ADF5EAFE-B201-4D67-B3ED-B5768577F4E9}" dt="2023-11-28T17:35:57.040" v="968" actId="26606"/>
          <ac:spMkLst>
            <pc:docMk/>
            <pc:sldMk cId="3271631470" sldId="293"/>
            <ac:spMk id="96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5:58.759" v="970" actId="26606"/>
          <ac:spMkLst>
            <pc:docMk/>
            <pc:sldMk cId="3271631470" sldId="293"/>
            <ac:spMk id="100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5:59.837" v="972" actId="26606"/>
          <ac:spMkLst>
            <pc:docMk/>
            <pc:sldMk cId="3271631470" sldId="293"/>
            <ac:spMk id="102" creationId="{9F7D5CDA-D291-4307-BF55-1381FED29634}"/>
          </ac:spMkLst>
        </pc:spChg>
        <pc:spChg chg="add del">
          <ac:chgData name="Aditya Thakare" userId="c4056d686f250dbc" providerId="LiveId" clId="{ADF5EAFE-B201-4D67-B3ED-B5768577F4E9}" dt="2023-11-28T17:35:59.837" v="972" actId="26606"/>
          <ac:spMkLst>
            <pc:docMk/>
            <pc:sldMk cId="3271631470" sldId="293"/>
            <ac:spMk id="103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8:10:44.392" v="1372"/>
          <ac:spMkLst>
            <pc:docMk/>
            <pc:sldMk cId="3271631470" sldId="293"/>
            <ac:spMk id="105" creationId="{D1945E2A-ABF1-415C-B37A-BD0A5C199036}"/>
          </ac:spMkLst>
        </pc:spChg>
        <pc:spChg chg="add del">
          <ac:chgData name="Aditya Thakare" userId="c4056d686f250dbc" providerId="LiveId" clId="{ADF5EAFE-B201-4D67-B3ED-B5768577F4E9}" dt="2023-11-28T17:36:00.399" v="974" actId="26606"/>
          <ac:spMkLst>
            <pc:docMk/>
            <pc:sldMk cId="3271631470" sldId="293"/>
            <ac:spMk id="106" creationId="{2659FDB4-FCBE-4A89-B46D-43D4FA54464D}"/>
          </ac:spMkLst>
        </pc:spChg>
        <pc:spChg chg="add del">
          <ac:chgData name="Aditya Thakare" userId="c4056d686f250dbc" providerId="LiveId" clId="{ADF5EAFE-B201-4D67-B3ED-B5768577F4E9}" dt="2023-11-28T17:36:01.508" v="976" actId="26606"/>
          <ac:spMkLst>
            <pc:docMk/>
            <pc:sldMk cId="3271631470" sldId="293"/>
            <ac:spMk id="110" creationId="{04812C46-200A-4DEB-A05E-3ED6C68C2387}"/>
          </ac:spMkLst>
        </pc:spChg>
        <pc:spChg chg="add del">
          <ac:chgData name="Aditya Thakare" userId="c4056d686f250dbc" providerId="LiveId" clId="{ADF5EAFE-B201-4D67-B3ED-B5768577F4E9}" dt="2023-11-28T17:36:01.508" v="976" actId="26606"/>
          <ac:spMkLst>
            <pc:docMk/>
            <pc:sldMk cId="3271631470" sldId="293"/>
            <ac:spMk id="112" creationId="{D1EA859B-E555-4109-94F3-6700E046E008}"/>
          </ac:spMkLst>
        </pc:spChg>
        <pc:spChg chg="add del">
          <ac:chgData name="Aditya Thakare" userId="c4056d686f250dbc" providerId="LiveId" clId="{ADF5EAFE-B201-4D67-B3ED-B5768577F4E9}" dt="2023-11-28T17:36:01.508" v="976" actId="26606"/>
          <ac:spMkLst>
            <pc:docMk/>
            <pc:sldMk cId="3271631470" sldId="293"/>
            <ac:spMk id="113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02.320" v="978" actId="26606"/>
          <ac:spMkLst>
            <pc:docMk/>
            <pc:sldMk cId="3271631470" sldId="293"/>
            <ac:spMk id="115" creationId="{D3E17859-C5F0-476F-A082-A4CB8841DB24}"/>
          </ac:spMkLst>
        </pc:spChg>
        <pc:spChg chg="add del">
          <ac:chgData name="Aditya Thakare" userId="c4056d686f250dbc" providerId="LiveId" clId="{ADF5EAFE-B201-4D67-B3ED-B5768577F4E9}" dt="2023-11-28T17:36:02.320" v="978" actId="26606"/>
          <ac:spMkLst>
            <pc:docMk/>
            <pc:sldMk cId="3271631470" sldId="293"/>
            <ac:spMk id="117" creationId="{70BEB1E7-2F88-40BC-B73D-42E5B6F80BFC}"/>
          </ac:spMkLst>
        </pc:spChg>
        <pc:spChg chg="add del">
          <ac:chgData name="Aditya Thakare" userId="c4056d686f250dbc" providerId="LiveId" clId="{ADF5EAFE-B201-4D67-B3ED-B5768577F4E9}" dt="2023-11-28T17:36:02.320" v="978" actId="26606"/>
          <ac:spMkLst>
            <pc:docMk/>
            <pc:sldMk cId="3271631470" sldId="293"/>
            <ac:spMk id="118" creationId="{A7B99495-F43F-4D80-A44F-2CB4764EB90B}"/>
          </ac:spMkLst>
        </pc:spChg>
        <pc:spChg chg="add del">
          <ac:chgData name="Aditya Thakare" userId="c4056d686f250dbc" providerId="LiveId" clId="{ADF5EAFE-B201-4D67-B3ED-B5768577F4E9}" dt="2023-11-28T17:36:03.289" v="980" actId="26606"/>
          <ac:spMkLst>
            <pc:docMk/>
            <pc:sldMk cId="3271631470" sldId="293"/>
            <ac:spMk id="125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04.429" v="982" actId="26606"/>
          <ac:spMkLst>
            <pc:docMk/>
            <pc:sldMk cId="3271631470" sldId="293"/>
            <ac:spMk id="127" creationId="{21ED5FCA-9564-42B4-9F52-2CCED8ED60CA}"/>
          </ac:spMkLst>
        </pc:spChg>
        <pc:spChg chg="add del">
          <ac:chgData name="Aditya Thakare" userId="c4056d686f250dbc" providerId="LiveId" clId="{ADF5EAFE-B201-4D67-B3ED-B5768577F4E9}" dt="2023-11-28T17:36:04.429" v="982" actId="26606"/>
          <ac:spMkLst>
            <pc:docMk/>
            <pc:sldMk cId="3271631470" sldId="293"/>
            <ac:spMk id="129" creationId="{081E4A58-353D-44AE-B2FC-2A74E2E400F7}"/>
          </ac:spMkLst>
        </pc:spChg>
        <pc:spChg chg="add del">
          <ac:chgData name="Aditya Thakare" userId="c4056d686f250dbc" providerId="LiveId" clId="{ADF5EAFE-B201-4D67-B3ED-B5768577F4E9}" dt="2023-11-28T17:36:04.429" v="982" actId="26606"/>
          <ac:spMkLst>
            <pc:docMk/>
            <pc:sldMk cId="3271631470" sldId="293"/>
            <ac:spMk id="130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07.804" v="984" actId="26606"/>
          <ac:spMkLst>
            <pc:docMk/>
            <pc:sldMk cId="3271631470" sldId="293"/>
            <ac:spMk id="132" creationId="{EEBFA4C8-C301-60A7-C96E-E85360F5DFB4}"/>
          </ac:spMkLst>
        </pc:spChg>
        <pc:spChg chg="add del">
          <ac:chgData name="Aditya Thakare" userId="c4056d686f250dbc" providerId="LiveId" clId="{ADF5EAFE-B201-4D67-B3ED-B5768577F4E9}" dt="2023-11-28T17:36:07.804" v="984" actId="26606"/>
          <ac:spMkLst>
            <pc:docMk/>
            <pc:sldMk cId="3271631470" sldId="293"/>
            <ac:spMk id="133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08.741" v="986" actId="26606"/>
          <ac:spMkLst>
            <pc:docMk/>
            <pc:sldMk cId="3271631470" sldId="293"/>
            <ac:spMk id="135" creationId="{1BB867FF-FC45-48F7-8104-F89BE54909F1}"/>
          </ac:spMkLst>
        </pc:spChg>
        <pc:spChg chg="add del">
          <ac:chgData name="Aditya Thakare" userId="c4056d686f250dbc" providerId="LiveId" clId="{ADF5EAFE-B201-4D67-B3ED-B5768577F4E9}" dt="2023-11-28T17:36:08.741" v="986" actId="26606"/>
          <ac:spMkLst>
            <pc:docMk/>
            <pc:sldMk cId="3271631470" sldId="293"/>
            <ac:spMk id="136" creationId="{8BB56887-D0D5-4F0C-9E19-7247EB83C8B7}"/>
          </ac:spMkLst>
        </pc:spChg>
        <pc:spChg chg="add del">
          <ac:chgData name="Aditya Thakare" userId="c4056d686f250dbc" providerId="LiveId" clId="{ADF5EAFE-B201-4D67-B3ED-B5768577F4E9}" dt="2023-11-28T17:36:08.741" v="986" actId="26606"/>
          <ac:spMkLst>
            <pc:docMk/>
            <pc:sldMk cId="3271631470" sldId="293"/>
            <ac:spMk id="137" creationId="{081E4A58-353D-44AE-B2FC-2A74E2E400F7}"/>
          </ac:spMkLst>
        </pc:spChg>
        <pc:spChg chg="add del">
          <ac:chgData name="Aditya Thakare" userId="c4056d686f250dbc" providerId="LiveId" clId="{ADF5EAFE-B201-4D67-B3ED-B5768577F4E9}" dt="2023-11-28T17:36:08.741" v="986" actId="26606"/>
          <ac:spMkLst>
            <pc:docMk/>
            <pc:sldMk cId="3271631470" sldId="293"/>
            <ac:spMk id="138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10.350" v="990" actId="26606"/>
          <ac:spMkLst>
            <pc:docMk/>
            <pc:sldMk cId="3271631470" sldId="293"/>
            <ac:spMk id="142" creationId="{C2554CA6-288E-4202-BC52-2E5A8F0C0AED}"/>
          </ac:spMkLst>
        </pc:spChg>
        <pc:spChg chg="add del">
          <ac:chgData name="Aditya Thakare" userId="c4056d686f250dbc" providerId="LiveId" clId="{ADF5EAFE-B201-4D67-B3ED-B5768577F4E9}" dt="2023-11-28T17:36:10.350" v="990" actId="26606"/>
          <ac:spMkLst>
            <pc:docMk/>
            <pc:sldMk cId="3271631470" sldId="293"/>
            <ac:spMk id="143" creationId="{B10BB131-AC8E-4A8E-A5D1-36260F720C3B}"/>
          </ac:spMkLst>
        </pc:spChg>
        <pc:spChg chg="add del">
          <ac:chgData name="Aditya Thakare" userId="c4056d686f250dbc" providerId="LiveId" clId="{ADF5EAFE-B201-4D67-B3ED-B5768577F4E9}" dt="2023-11-28T17:36:10.350" v="990" actId="26606"/>
          <ac:spMkLst>
            <pc:docMk/>
            <pc:sldMk cId="3271631470" sldId="293"/>
            <ac:spMk id="144" creationId="{5B7778FC-632E-4DCA-A7CB-0D7731CCF970}"/>
          </ac:spMkLst>
        </pc:spChg>
        <pc:spChg chg="add del">
          <ac:chgData name="Aditya Thakare" userId="c4056d686f250dbc" providerId="LiveId" clId="{ADF5EAFE-B201-4D67-B3ED-B5768577F4E9}" dt="2023-11-28T17:36:10.350" v="990" actId="26606"/>
          <ac:spMkLst>
            <pc:docMk/>
            <pc:sldMk cId="3271631470" sldId="293"/>
            <ac:spMk id="145" creationId="{FA23A907-97FB-4A8F-880A-DD77401C4296}"/>
          </ac:spMkLst>
        </pc:spChg>
        <pc:spChg chg="add del">
          <ac:chgData name="Aditya Thakare" userId="c4056d686f250dbc" providerId="LiveId" clId="{ADF5EAFE-B201-4D67-B3ED-B5768577F4E9}" dt="2023-11-28T17:36:10.350" v="990" actId="26606"/>
          <ac:spMkLst>
            <pc:docMk/>
            <pc:sldMk cId="3271631470" sldId="293"/>
            <ac:spMk id="146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11.318" v="992" actId="26606"/>
          <ac:spMkLst>
            <pc:docMk/>
            <pc:sldMk cId="3271631470" sldId="293"/>
            <ac:spMk id="148" creationId="{80DF40B2-80F7-4E71-B46C-284163F3654A}"/>
          </ac:spMkLst>
        </pc:spChg>
        <pc:spChg chg="add del">
          <ac:chgData name="Aditya Thakare" userId="c4056d686f250dbc" providerId="LiveId" clId="{ADF5EAFE-B201-4D67-B3ED-B5768577F4E9}" dt="2023-11-28T17:36:11.318" v="992" actId="26606"/>
          <ac:spMkLst>
            <pc:docMk/>
            <pc:sldMk cId="3271631470" sldId="293"/>
            <ac:spMk id="149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12.162" v="994" actId="26606"/>
          <ac:spMkLst>
            <pc:docMk/>
            <pc:sldMk cId="3271631470" sldId="293"/>
            <ac:spMk id="152" creationId="{B210AC1D-4063-4C6E-9528-FA9C4C0C18E6}"/>
          </ac:spMkLst>
        </pc:spChg>
        <pc:spChg chg="add del">
          <ac:chgData name="Aditya Thakare" userId="c4056d686f250dbc" providerId="LiveId" clId="{ADF5EAFE-B201-4D67-B3ED-B5768577F4E9}" dt="2023-11-28T17:36:12.162" v="994" actId="26606"/>
          <ac:spMkLst>
            <pc:docMk/>
            <pc:sldMk cId="3271631470" sldId="293"/>
            <ac:spMk id="153" creationId="{02F8C595-E68C-4306-AED8-DC7826A0A506}"/>
          </ac:spMkLst>
        </pc:spChg>
        <pc:spChg chg="add del">
          <ac:chgData name="Aditya Thakare" userId="c4056d686f250dbc" providerId="LiveId" clId="{ADF5EAFE-B201-4D67-B3ED-B5768577F4E9}" dt="2023-11-28T17:36:12.162" v="994" actId="26606"/>
          <ac:spMkLst>
            <pc:docMk/>
            <pc:sldMk cId="3271631470" sldId="293"/>
            <ac:spMk id="155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12.677" v="996" actId="26606"/>
          <ac:spMkLst>
            <pc:docMk/>
            <pc:sldMk cId="3271631470" sldId="293"/>
            <ac:spMk id="158" creationId="{AE3A741D-C19B-960A-5803-1C5887147820}"/>
          </ac:spMkLst>
        </pc:spChg>
        <pc:spChg chg="add del">
          <ac:chgData name="Aditya Thakare" userId="c4056d686f250dbc" providerId="LiveId" clId="{ADF5EAFE-B201-4D67-B3ED-B5768577F4E9}" dt="2023-11-28T17:36:12.677" v="996" actId="26606"/>
          <ac:spMkLst>
            <pc:docMk/>
            <pc:sldMk cId="3271631470" sldId="293"/>
            <ac:spMk id="159" creationId="{DC39DE25-0E4E-0AA7-0932-1D78C2372786}"/>
          </ac:spMkLst>
        </pc:spChg>
        <pc:spChg chg="add del">
          <ac:chgData name="Aditya Thakare" userId="c4056d686f250dbc" providerId="LiveId" clId="{ADF5EAFE-B201-4D67-B3ED-B5768577F4E9}" dt="2023-11-28T17:36:12.677" v="996" actId="26606"/>
          <ac:spMkLst>
            <pc:docMk/>
            <pc:sldMk cId="3271631470" sldId="293"/>
            <ac:spMk id="160" creationId="{8D6EA299-0840-6DEA-E670-C49AEBC87E89}"/>
          </ac:spMkLst>
        </pc:spChg>
        <pc:spChg chg="add del">
          <ac:chgData name="Aditya Thakare" userId="c4056d686f250dbc" providerId="LiveId" clId="{ADF5EAFE-B201-4D67-B3ED-B5768577F4E9}" dt="2023-11-28T17:36:12.677" v="996" actId="26606"/>
          <ac:spMkLst>
            <pc:docMk/>
            <pc:sldMk cId="3271631470" sldId="293"/>
            <ac:spMk id="161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13.537" v="998" actId="26606"/>
          <ac:spMkLst>
            <pc:docMk/>
            <pc:sldMk cId="3271631470" sldId="293"/>
            <ac:spMk id="163" creationId="{FB62F605-0D29-07F8-F642-DD2626C788A0}"/>
          </ac:spMkLst>
        </pc:spChg>
        <pc:spChg chg="add del">
          <ac:chgData name="Aditya Thakare" userId="c4056d686f250dbc" providerId="LiveId" clId="{ADF5EAFE-B201-4D67-B3ED-B5768577F4E9}" dt="2023-11-28T17:36:13.537" v="998" actId="26606"/>
          <ac:spMkLst>
            <pc:docMk/>
            <pc:sldMk cId="3271631470" sldId="293"/>
            <ac:spMk id="164" creationId="{4C22F3F7-C4F6-C120-9D45-79509746AC12}"/>
          </ac:spMkLst>
        </pc:spChg>
        <pc:spChg chg="add del">
          <ac:chgData name="Aditya Thakare" userId="c4056d686f250dbc" providerId="LiveId" clId="{ADF5EAFE-B201-4D67-B3ED-B5768577F4E9}" dt="2023-11-28T17:36:13.537" v="998" actId="26606"/>
          <ac:spMkLst>
            <pc:docMk/>
            <pc:sldMk cId="3271631470" sldId="293"/>
            <ac:spMk id="165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20.943" v="1000" actId="26606"/>
          <ac:spMkLst>
            <pc:docMk/>
            <pc:sldMk cId="3271631470" sldId="293"/>
            <ac:spMk id="173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21.912" v="1002" actId="26606"/>
          <ac:spMkLst>
            <pc:docMk/>
            <pc:sldMk cId="3271631470" sldId="293"/>
            <ac:spMk id="175" creationId="{E81BF4F6-F2CF-4984-9D14-D6966D92F99F}"/>
          </ac:spMkLst>
        </pc:spChg>
        <pc:spChg chg="add del">
          <ac:chgData name="Aditya Thakare" userId="c4056d686f250dbc" providerId="LiveId" clId="{ADF5EAFE-B201-4D67-B3ED-B5768577F4E9}" dt="2023-11-28T17:36:21.912" v="1002" actId="26606"/>
          <ac:spMkLst>
            <pc:docMk/>
            <pc:sldMk cId="3271631470" sldId="293"/>
            <ac:spMk id="177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43.019" v="1004" actId="26606"/>
          <ac:spMkLst>
            <pc:docMk/>
            <pc:sldMk cId="3271631470" sldId="293"/>
            <ac:spMk id="179" creationId="{04812C46-200A-4DEB-A05E-3ED6C68C2387}"/>
          </ac:spMkLst>
        </pc:spChg>
        <pc:spChg chg="add del">
          <ac:chgData name="Aditya Thakare" userId="c4056d686f250dbc" providerId="LiveId" clId="{ADF5EAFE-B201-4D67-B3ED-B5768577F4E9}" dt="2023-11-28T17:36:43.019" v="1004" actId="26606"/>
          <ac:spMkLst>
            <pc:docMk/>
            <pc:sldMk cId="3271631470" sldId="293"/>
            <ac:spMk id="181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43.535" v="1006" actId="26606"/>
          <ac:spMkLst>
            <pc:docMk/>
            <pc:sldMk cId="3271631470" sldId="293"/>
            <ac:spMk id="183" creationId="{9E6671AF-110C-4E4D-BEB4-1323A3136D1B}"/>
          </ac:spMkLst>
        </pc:spChg>
        <pc:spChg chg="add del">
          <ac:chgData name="Aditya Thakare" userId="c4056d686f250dbc" providerId="LiveId" clId="{ADF5EAFE-B201-4D67-B3ED-B5768577F4E9}" dt="2023-11-28T17:36:43.535" v="1006" actId="26606"/>
          <ac:spMkLst>
            <pc:docMk/>
            <pc:sldMk cId="3271631470" sldId="293"/>
            <ac:spMk id="184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87" creationId="{25FFB43D-5CEC-9CC9-B64D-9C4637ADA91D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88" creationId="{85E44533-DC25-01EC-5CEB-2D6F553D443A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89" creationId="{725F7866-9FAA-E545-86CF-324E77AD7DED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90" creationId="{64155E8E-9398-DA45-A74E-8343E37B62F0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91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92" creationId="{91519499-65B5-1C6E-5EC8-2592449DE3D7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93" creationId="{20D3652F-475D-0381-EC5A-8C30E2B2470B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94" creationId="{88199B69-BD9B-B271-43F9-EEA697BB2982}"/>
          </ac:spMkLst>
        </pc:spChg>
        <pc:spChg chg="add del">
          <ac:chgData name="Aditya Thakare" userId="c4056d686f250dbc" providerId="LiveId" clId="{ADF5EAFE-B201-4D67-B3ED-B5768577F4E9}" dt="2023-11-28T17:36:44.503" v="1008" actId="26606"/>
          <ac:spMkLst>
            <pc:docMk/>
            <pc:sldMk cId="3271631470" sldId="293"/>
            <ac:spMk id="197" creationId="{D41C1BCA-CB83-11AD-4A24-A904F671CE06}"/>
          </ac:spMkLst>
        </pc:spChg>
        <pc:spChg chg="add del">
          <ac:chgData name="Aditya Thakare" userId="c4056d686f250dbc" providerId="LiveId" clId="{ADF5EAFE-B201-4D67-B3ED-B5768577F4E9}" dt="2023-11-28T17:39:45.238" v="1010" actId="26606"/>
          <ac:spMkLst>
            <pc:docMk/>
            <pc:sldMk cId="3271631470" sldId="293"/>
            <ac:spMk id="199" creationId="{6DAFC996-FFD1-A839-4EEF-D041F9E708CF}"/>
          </ac:spMkLst>
        </pc:spChg>
        <pc:spChg chg="add del">
          <ac:chgData name="Aditya Thakare" userId="c4056d686f250dbc" providerId="LiveId" clId="{ADF5EAFE-B201-4D67-B3ED-B5768577F4E9}" dt="2023-11-28T17:39:45.238" v="1010" actId="26606"/>
          <ac:spMkLst>
            <pc:docMk/>
            <pc:sldMk cId="3271631470" sldId="293"/>
            <ac:spMk id="200" creationId="{6CF042CA-1AB3-5530-1155-8018D6D6A106}"/>
          </ac:spMkLst>
        </pc:spChg>
        <pc:spChg chg="add del">
          <ac:chgData name="Aditya Thakare" userId="c4056d686f250dbc" providerId="LiveId" clId="{ADF5EAFE-B201-4D67-B3ED-B5768577F4E9}" dt="2023-11-28T17:39:45.238" v="1010" actId="26606"/>
          <ac:spMkLst>
            <pc:docMk/>
            <pc:sldMk cId="3271631470" sldId="293"/>
            <ac:spMk id="201" creationId="{7BD5A982-4141-9143-22DC-C0713B397EB8}"/>
          </ac:spMkLst>
        </pc:spChg>
        <pc:grpChg chg="del">
          <ac:chgData name="Aditya Thakare" userId="c4056d686f250dbc" providerId="LiveId" clId="{ADF5EAFE-B201-4D67-B3ED-B5768577F4E9}" dt="2023-11-28T17:33:50.889" v="944"/>
          <ac:grpSpMkLst>
            <pc:docMk/>
            <pc:sldMk cId="3271631470" sldId="293"/>
            <ac:grpSpMk id="68" creationId="{601C064A-E6E4-44D2-B345-2BB7514A7007}"/>
          </ac:grpSpMkLst>
        </pc:grpChg>
        <pc:grpChg chg="del">
          <ac:chgData name="Aditya Thakare" userId="c4056d686f250dbc" providerId="LiveId" clId="{ADF5EAFE-B201-4D67-B3ED-B5768577F4E9}" dt="2023-11-28T17:33:50.889" v="944"/>
          <ac:grpSpMkLst>
            <pc:docMk/>
            <pc:sldMk cId="3271631470" sldId="293"/>
            <ac:grpSpMk id="78" creationId="{BCCEE623-F22A-4681-990C-036558C13556}"/>
          </ac:grpSpMkLst>
        </pc:grpChg>
        <pc:grpChg chg="add del">
          <ac:chgData name="Aditya Thakare" userId="c4056d686f250dbc" providerId="LiveId" clId="{ADF5EAFE-B201-4D67-B3ED-B5768577F4E9}" dt="2023-11-28T18:10:44.392" v="1372"/>
          <ac:grpSpMkLst>
            <pc:docMk/>
            <pc:sldMk cId="3271631470" sldId="293"/>
            <ac:grpSpMk id="92" creationId="{601C064A-E6E4-44D2-B345-2BB7514A7007}"/>
          </ac:grpSpMkLst>
        </pc:grpChg>
        <pc:grpChg chg="add del">
          <ac:chgData name="Aditya Thakare" userId="c4056d686f250dbc" providerId="LiveId" clId="{ADF5EAFE-B201-4D67-B3ED-B5768577F4E9}" dt="2023-11-28T18:10:44.392" v="1372"/>
          <ac:grpSpMkLst>
            <pc:docMk/>
            <pc:sldMk cId="3271631470" sldId="293"/>
            <ac:grpSpMk id="109" creationId="{BCCEE623-F22A-4681-990C-036558C13556}"/>
          </ac:grpSpMkLst>
        </pc:grpChg>
        <pc:grpChg chg="add del">
          <ac:chgData name="Aditya Thakare" userId="c4056d686f250dbc" providerId="LiveId" clId="{ADF5EAFE-B201-4D67-B3ED-B5768577F4E9}" dt="2023-11-28T17:36:03.289" v="980" actId="26606"/>
          <ac:grpSpMkLst>
            <pc:docMk/>
            <pc:sldMk cId="3271631470" sldId="293"/>
            <ac:grpSpMk id="122" creationId="{5EFBDE31-BB3E-6CFC-23CD-B5976DA38438}"/>
          </ac:grpSpMkLst>
        </pc:grpChg>
        <pc:grpChg chg="add del">
          <ac:chgData name="Aditya Thakare" userId="c4056d686f250dbc" providerId="LiveId" clId="{ADF5EAFE-B201-4D67-B3ED-B5768577F4E9}" dt="2023-11-28T17:36:20.943" v="1000" actId="26606"/>
          <ac:grpSpMkLst>
            <pc:docMk/>
            <pc:sldMk cId="3271631470" sldId="293"/>
            <ac:grpSpMk id="167" creationId="{D99D003E-0ABA-2640-4DCE-C83118F8B8B3}"/>
          </ac:grpSpMkLst>
        </pc:grpChg>
        <pc:grpChg chg="add del">
          <ac:chgData name="Aditya Thakare" userId="c4056d686f250dbc" providerId="LiveId" clId="{ADF5EAFE-B201-4D67-B3ED-B5768577F4E9}" dt="2023-11-28T17:36:44.503" v="1008" actId="26606"/>
          <ac:grpSpMkLst>
            <pc:docMk/>
            <pc:sldMk cId="3271631470" sldId="293"/>
            <ac:grpSpMk id="195" creationId="{2187B9EB-B3A9-FADF-CB67-FC51A46B5078}"/>
          </ac:grpSpMkLst>
        </pc:grpChg>
        <pc:graphicFrameChg chg="add del">
          <ac:chgData name="Aditya Thakare" userId="c4056d686f250dbc" providerId="LiveId" clId="{ADF5EAFE-B201-4D67-B3ED-B5768577F4E9}" dt="2023-11-28T17:34:43.878" v="962" actId="26606"/>
          <ac:graphicFrameMkLst>
            <pc:docMk/>
            <pc:sldMk cId="3271631470" sldId="293"/>
            <ac:graphicFrameMk id="82" creationId="{DC676FEC-F273-E030-8620-1EF2C8A3B38D}"/>
          </ac:graphicFrameMkLst>
        </pc:graphicFrameChg>
        <pc:graphicFrameChg chg="add del">
          <ac:chgData name="Aditya Thakare" userId="c4056d686f250dbc" providerId="LiveId" clId="{ADF5EAFE-B201-4D67-B3ED-B5768577F4E9}" dt="2023-11-28T17:34:47.674" v="966" actId="26606"/>
          <ac:graphicFrameMkLst>
            <pc:docMk/>
            <pc:sldMk cId="3271631470" sldId="293"/>
            <ac:graphicFrameMk id="91" creationId="{EA384AE9-E1A7-0880-C401-AD64FBF47EE5}"/>
          </ac:graphicFrameMkLst>
        </pc:graphicFrameChg>
        <pc:graphicFrameChg chg="add del">
          <ac:chgData name="Aditya Thakare" userId="c4056d686f250dbc" providerId="LiveId" clId="{ADF5EAFE-B201-4D67-B3ED-B5768577F4E9}" dt="2023-11-28T17:36:00.399" v="974" actId="26606"/>
          <ac:graphicFrameMkLst>
            <pc:docMk/>
            <pc:sldMk cId="3271631470" sldId="293"/>
            <ac:graphicFrameMk id="108" creationId="{320658EE-C46C-67A2-1057-8F57AFFA5498}"/>
          </ac:graphicFrameMkLst>
        </pc:graphicFrameChg>
        <pc:graphicFrameChg chg="add del">
          <ac:chgData name="Aditya Thakare" userId="c4056d686f250dbc" providerId="LiveId" clId="{ADF5EAFE-B201-4D67-B3ED-B5768577F4E9}" dt="2023-11-28T17:36:02.320" v="978" actId="26606"/>
          <ac:graphicFrameMkLst>
            <pc:docMk/>
            <pc:sldMk cId="3271631470" sldId="293"/>
            <ac:graphicFrameMk id="119" creationId="{51DCB170-6DAC-7E61-8BB1-46BBB51CC938}"/>
          </ac:graphicFrameMkLst>
        </pc:graphicFrameChg>
        <pc:graphicFrameChg chg="add del">
          <ac:chgData name="Aditya Thakare" userId="c4056d686f250dbc" providerId="LiveId" clId="{ADF5EAFE-B201-4D67-B3ED-B5768577F4E9}" dt="2023-11-28T17:36:09.647" v="988" actId="26606"/>
          <ac:graphicFrameMkLst>
            <pc:docMk/>
            <pc:sldMk cId="3271631470" sldId="293"/>
            <ac:graphicFrameMk id="140" creationId="{EBD3A4A1-1645-56E2-04CD-855114A75D9A}"/>
          </ac:graphicFrameMkLst>
        </pc:graphicFrameChg>
        <pc:picChg chg="add del">
          <ac:chgData name="Aditya Thakare" userId="c4056d686f250dbc" providerId="LiveId" clId="{ADF5EAFE-B201-4D67-B3ED-B5768577F4E9}" dt="2023-11-28T17:39:47.228" v="1013" actId="478"/>
          <ac:picMkLst>
            <pc:docMk/>
            <pc:sldMk cId="3271631470" sldId="293"/>
            <ac:picMk id="13" creationId="{C27D900E-2C45-2A5E-7CA8-FDB19584D59A}"/>
          </ac:picMkLst>
        </pc:picChg>
        <pc:picChg chg="add del">
          <ac:chgData name="Aditya Thakare" userId="c4056d686f250dbc" providerId="LiveId" clId="{ADF5EAFE-B201-4D67-B3ED-B5768577F4E9}" dt="2023-11-28T17:34:35.593" v="958" actId="26606"/>
          <ac:picMkLst>
            <pc:docMk/>
            <pc:sldMk cId="3271631470" sldId="293"/>
            <ac:picMk id="70" creationId="{AA79BFE4-F91F-E0FE-3A48-BA6E73045646}"/>
          </ac:picMkLst>
        </pc:picChg>
        <pc:picChg chg="add del">
          <ac:chgData name="Aditya Thakare" userId="c4056d686f250dbc" providerId="LiveId" clId="{ADF5EAFE-B201-4D67-B3ED-B5768577F4E9}" dt="2023-11-28T17:34:38.906" v="960" actId="26606"/>
          <ac:picMkLst>
            <pc:docMk/>
            <pc:sldMk cId="3271631470" sldId="293"/>
            <ac:picMk id="75" creationId="{6FEE08C8-66E4-8643-1567-D546DF34DD80}"/>
          </ac:picMkLst>
        </pc:picChg>
        <pc:picChg chg="add del">
          <ac:chgData name="Aditya Thakare" userId="c4056d686f250dbc" providerId="LiveId" clId="{ADF5EAFE-B201-4D67-B3ED-B5768577F4E9}" dt="2023-11-28T17:35:57.040" v="968" actId="26606"/>
          <ac:picMkLst>
            <pc:docMk/>
            <pc:sldMk cId="3271631470" sldId="293"/>
            <ac:picMk id="94" creationId="{D8EFD788-EE74-E5DA-AABD-7B7E64D713C7}"/>
          </ac:picMkLst>
        </pc:picChg>
        <pc:picChg chg="add del">
          <ac:chgData name="Aditya Thakare" userId="c4056d686f250dbc" providerId="LiveId" clId="{ADF5EAFE-B201-4D67-B3ED-B5768577F4E9}" dt="2023-11-28T17:35:58.759" v="970" actId="26606"/>
          <ac:picMkLst>
            <pc:docMk/>
            <pc:sldMk cId="3271631470" sldId="293"/>
            <ac:picMk id="98" creationId="{A15B89BC-6BB7-02BA-CEAA-E31CBA6DB49E}"/>
          </ac:picMkLst>
        </pc:picChg>
        <pc:picChg chg="add del">
          <ac:chgData name="Aditya Thakare" userId="c4056d686f250dbc" providerId="LiveId" clId="{ADF5EAFE-B201-4D67-B3ED-B5768577F4E9}" dt="2023-11-28T17:35:59.837" v="972" actId="26606"/>
          <ac:picMkLst>
            <pc:docMk/>
            <pc:sldMk cId="3271631470" sldId="293"/>
            <ac:picMk id="104" creationId="{E69FD15E-297A-D3C4-2E11-02172AA08E33}"/>
          </ac:picMkLst>
        </pc:picChg>
        <pc:picChg chg="add del">
          <ac:chgData name="Aditya Thakare" userId="c4056d686f250dbc" providerId="LiveId" clId="{ADF5EAFE-B201-4D67-B3ED-B5768577F4E9}" dt="2023-11-28T17:36:01.508" v="976" actId="26606"/>
          <ac:picMkLst>
            <pc:docMk/>
            <pc:sldMk cId="3271631470" sldId="293"/>
            <ac:picMk id="111" creationId="{30DF4E34-1695-D24D-477E-68F28176D6A9}"/>
          </ac:picMkLst>
        </pc:picChg>
        <pc:picChg chg="add del">
          <ac:chgData name="Aditya Thakare" userId="c4056d686f250dbc" providerId="LiveId" clId="{ADF5EAFE-B201-4D67-B3ED-B5768577F4E9}" dt="2023-11-28T17:36:02.320" v="978" actId="26606"/>
          <ac:picMkLst>
            <pc:docMk/>
            <pc:sldMk cId="3271631470" sldId="293"/>
            <ac:picMk id="116" creationId="{37F5116B-6540-344B-040A-88FC6BD6D6FF}"/>
          </ac:picMkLst>
        </pc:picChg>
        <pc:picChg chg="add del">
          <ac:chgData name="Aditya Thakare" userId="c4056d686f250dbc" providerId="LiveId" clId="{ADF5EAFE-B201-4D67-B3ED-B5768577F4E9}" dt="2023-11-28T17:36:03.289" v="980" actId="26606"/>
          <ac:picMkLst>
            <pc:docMk/>
            <pc:sldMk cId="3271631470" sldId="293"/>
            <ac:picMk id="121" creationId="{1B8437D4-BF7B-CA69-22D2-B939FB6E8900}"/>
          </ac:picMkLst>
        </pc:picChg>
        <pc:picChg chg="add del">
          <ac:chgData name="Aditya Thakare" userId="c4056d686f250dbc" providerId="LiveId" clId="{ADF5EAFE-B201-4D67-B3ED-B5768577F4E9}" dt="2023-11-28T17:36:04.429" v="982" actId="26606"/>
          <ac:picMkLst>
            <pc:docMk/>
            <pc:sldMk cId="3271631470" sldId="293"/>
            <ac:picMk id="128" creationId="{94367225-A310-89EB-3FBA-E1DFA4A0D058}"/>
          </ac:picMkLst>
        </pc:picChg>
        <pc:picChg chg="add del">
          <ac:chgData name="Aditya Thakare" userId="c4056d686f250dbc" providerId="LiveId" clId="{ADF5EAFE-B201-4D67-B3ED-B5768577F4E9}" dt="2023-11-28T17:36:11.318" v="992" actId="26606"/>
          <ac:picMkLst>
            <pc:docMk/>
            <pc:sldMk cId="3271631470" sldId="293"/>
            <ac:picMk id="150" creationId="{6390EF12-B2EC-EA4D-BA62-79D505E9B0FB}"/>
          </ac:picMkLst>
        </pc:picChg>
        <pc:picChg chg="add del">
          <ac:chgData name="Aditya Thakare" userId="c4056d686f250dbc" providerId="LiveId" clId="{ADF5EAFE-B201-4D67-B3ED-B5768577F4E9}" dt="2023-11-28T17:36:12.162" v="994" actId="26606"/>
          <ac:picMkLst>
            <pc:docMk/>
            <pc:sldMk cId="3271631470" sldId="293"/>
            <ac:picMk id="154" creationId="{24A84CFD-8A29-D0CA-A141-A0A169996272}"/>
          </ac:picMkLst>
        </pc:picChg>
        <pc:picChg chg="add del">
          <ac:chgData name="Aditya Thakare" userId="c4056d686f250dbc" providerId="LiveId" clId="{ADF5EAFE-B201-4D67-B3ED-B5768577F4E9}" dt="2023-11-28T17:36:12.677" v="996" actId="26606"/>
          <ac:picMkLst>
            <pc:docMk/>
            <pc:sldMk cId="3271631470" sldId="293"/>
            <ac:picMk id="157" creationId="{843D7072-9089-9E12-3B08-9D35C2B98C2C}"/>
          </ac:picMkLst>
        </pc:picChg>
        <pc:picChg chg="add del">
          <ac:chgData name="Aditya Thakare" userId="c4056d686f250dbc" providerId="LiveId" clId="{ADF5EAFE-B201-4D67-B3ED-B5768577F4E9}" dt="2023-11-28T17:36:21.912" v="1002" actId="26606"/>
          <ac:picMkLst>
            <pc:docMk/>
            <pc:sldMk cId="3271631470" sldId="293"/>
            <ac:picMk id="176" creationId="{E0C40D1C-08FE-9BC2-DBB0-F7B0CF1355FA}"/>
          </ac:picMkLst>
        </pc:picChg>
        <pc:picChg chg="add del">
          <ac:chgData name="Aditya Thakare" userId="c4056d686f250dbc" providerId="LiveId" clId="{ADF5EAFE-B201-4D67-B3ED-B5768577F4E9}" dt="2023-11-28T17:36:43.019" v="1004" actId="26606"/>
          <ac:picMkLst>
            <pc:docMk/>
            <pc:sldMk cId="3271631470" sldId="293"/>
            <ac:picMk id="180" creationId="{A13008C7-5D44-AE36-C824-DDC45B6A72FB}"/>
          </ac:picMkLst>
        </pc:picChg>
        <pc:picChg chg="add del">
          <ac:chgData name="Aditya Thakare" userId="c4056d686f250dbc" providerId="LiveId" clId="{ADF5EAFE-B201-4D67-B3ED-B5768577F4E9}" dt="2023-11-28T17:36:43.535" v="1006" actId="26606"/>
          <ac:picMkLst>
            <pc:docMk/>
            <pc:sldMk cId="3271631470" sldId="293"/>
            <ac:picMk id="185" creationId="{11930FDB-40ED-CBA6-18EE-8A829C95C328}"/>
          </ac:picMkLst>
        </pc:picChg>
        <pc:cxnChg chg="add del">
          <ac:chgData name="Aditya Thakare" userId="c4056d686f250dbc" providerId="LiveId" clId="{ADF5EAFE-B201-4D67-B3ED-B5768577F4E9}" dt="2023-11-28T17:34:38.906" v="960" actId="26606"/>
          <ac:cxnSpMkLst>
            <pc:docMk/>
            <pc:sldMk cId="3271631470" sldId="293"/>
            <ac:cxnSpMk id="76" creationId="{1503BFE4-729B-D9D0-C17B-501E6AF1127A}"/>
          </ac:cxnSpMkLst>
        </pc:cxnChg>
        <pc:cxnChg chg="add del">
          <ac:chgData name="Aditya Thakare" userId="c4056d686f250dbc" providerId="LiveId" clId="{ADF5EAFE-B201-4D67-B3ED-B5768577F4E9}" dt="2023-11-28T17:35:58.759" v="970" actId="26606"/>
          <ac:cxnSpMkLst>
            <pc:docMk/>
            <pc:sldMk cId="3271631470" sldId="293"/>
            <ac:cxnSpMk id="99" creationId="{249EDD1B-F94D-B4E6-ACAA-566B9A26FDE3}"/>
          </ac:cxnSpMkLst>
        </pc:cxnChg>
        <pc:cxnChg chg="add del">
          <ac:chgData name="Aditya Thakare" userId="c4056d686f250dbc" providerId="LiveId" clId="{ADF5EAFE-B201-4D67-B3ED-B5768577F4E9}" dt="2023-11-28T17:36:00.399" v="974" actId="26606"/>
          <ac:cxnSpMkLst>
            <pc:docMk/>
            <pc:sldMk cId="3271631470" sldId="293"/>
            <ac:cxnSpMk id="107" creationId="{C8F51B3F-8331-4E4A-AE96-D47B1006EEAD}"/>
          </ac:cxnSpMkLst>
        </pc:cxnChg>
      </pc:sldChg>
      <pc:sldChg chg="add del">
        <pc:chgData name="Aditya Thakare" userId="c4056d686f250dbc" providerId="LiveId" clId="{ADF5EAFE-B201-4D67-B3ED-B5768577F4E9}" dt="2023-11-28T17:33:03.669" v="933"/>
        <pc:sldMkLst>
          <pc:docMk/>
          <pc:sldMk cId="3413887825" sldId="2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5275-271D-BBB4-E9ED-9B70E3FF4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8E07B-9235-E5AF-D727-EA7BE0A61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2357-6EFF-618B-F669-8DDEBF7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34247-9673-4E1B-4BE6-EFD4F2D1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DFF1E-CB66-11F4-ACF9-6F128643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6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DB9E-454D-CAD3-FD43-4929956F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90B6C-99C4-240A-C105-CA9314819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77174-FF9B-C5B8-FAF0-14ADA41A7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A3B77-891A-6D96-39BE-E9DFC5B9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000EE-8C3D-1036-7ED1-8D30B0AE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7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9B56-0EAF-A136-6334-055296DE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915DE-99CF-386B-63C2-BA82CACF3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47ED7-0567-DF84-423B-56889CEB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A7C26-AEE8-147D-9D2E-93D1915A1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CAB55-BEA3-A636-6B9C-3F1ECF5A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2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11F-ED74-62B8-F49F-25936573D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A8415-09BB-CDB6-5A26-28CAE24A9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E5E0F-454B-6834-56DD-03CD795F7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E4D4F-A5B2-5F97-3F54-3F35517D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965CD-C13B-3490-062C-A515275B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A9769-70CB-5257-8A13-4145B072D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CFA6D-3162-7F96-70DB-14271832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130C5-5AC4-AB0C-F1A8-1AE328D5A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6670D-9431-5D13-C903-1129D3D6D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F3ACA-DA85-128C-A4FC-D174C8466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EC9F5-626D-43F0-B92D-CA0AE790C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2A37E-8954-FB0E-3116-762331AA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47F49-12DE-1810-7EE0-379DE82D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F286E-5229-8178-5DFF-23027598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1D3A-899A-B600-AB8E-3404997B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8B26B-ED8F-57C8-DA2D-1F0C3497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7A7C0-944F-E5A8-97CD-06F8009B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82413-9A39-96BE-B3FA-36BA04D4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291451-1149-F1CF-AEF0-81511CAA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BC4BB-E95A-4F65-8651-FE201D07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8D0F2-DFF6-930A-C30F-E79D8D0C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4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D6B1-E76F-F509-37ED-9FF60D28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D7E55-61F0-8F06-6F1C-4CEC19E84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02FF5-E05A-7276-A154-6A800BB27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0D4DF-F5FB-7A22-7B67-A9370F6B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BB436-6CB8-E611-6E3C-B04D400B0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098B8-1E17-0E1D-08A5-3797F52D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3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B355-AD5B-432A-F362-27EFD51D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D6589-39DE-C794-C24B-145690A0A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C3C60-EC26-7BAA-AC3F-3D4D5B879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A2039-D6F0-625B-BAE6-3B49F74B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B6C12-C080-DA75-AE7E-BB7DF4B8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7345F-1AA1-4C9C-8AD7-4C0229D1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9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3D67-B09A-4D88-047A-08F78C3D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23369-6A2C-439F-FD57-853B1EFC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1EA45-CC92-C245-4180-75958A461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DA352-11E1-E5A1-4DD2-B21CCF63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B5EDE-ED0F-90F8-569A-9F74C854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5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92BF2-ABDF-6295-7486-3203E9833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B1134-353F-260D-2373-8A4E24DEE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D78E5-B44E-9E37-0141-CC4220EF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5ADB8-BAD7-546D-5312-BE6BF5721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3F568-7617-8935-B255-28CBC9EEC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4925A-2CAF-20ED-72C0-C504ABF8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B6020-D9C3-363C-9FF3-E5AB82A21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E654C-72D1-B623-6C4F-AF110DE62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462B6-DA67-407D-B92E-3C1F7D5237F8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F0230-BE88-0E44-FF2B-0E75A486E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4AF1-7670-D2A7-CB92-01495076A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8FF70-C522-49CA-B1B8-8B04BA930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0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usharkute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mailto:tushar@tusharkute.com" TargetMode="External"/><Relationship Id="rId13" Type="http://schemas.openxmlformats.org/officeDocument/2006/relationships/image" Target="../media/image3.png"/><Relationship Id="rId3" Type="http://schemas.openxmlformats.org/officeDocument/2006/relationships/image" Target="../media/image22.png"/><Relationship Id="rId7" Type="http://schemas.openxmlformats.org/officeDocument/2006/relationships/hyperlink" Target="mailto:contact@mitu.co.in" TargetMode="External"/><Relationship Id="rId12" Type="http://schemas.openxmlformats.org/officeDocument/2006/relationships/image" Target="../media/image29.png"/><Relationship Id="rId2" Type="http://schemas.openxmlformats.org/officeDocument/2006/relationships/hyperlink" Target="http://tusharkute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01C064A-E6E4-44D2-B345-2BB7514A7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97" name="Color">
              <a:extLst>
                <a:ext uri="{FF2B5EF4-FFF2-40B4-BE49-F238E27FC236}">
                  <a16:creationId xmlns:a16="http://schemas.microsoft.com/office/drawing/2014/main" id="{DB12EA1C-AD22-49E2-9660-D9CDC6B61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Color">
              <a:extLst>
                <a:ext uri="{FF2B5EF4-FFF2-40B4-BE49-F238E27FC236}">
                  <a16:creationId xmlns:a16="http://schemas.microsoft.com/office/drawing/2014/main" id="{67CE115B-4A96-4B14-8520-5C5FC624E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5" name="Color">
            <a:extLst>
              <a:ext uri="{FF2B5EF4-FFF2-40B4-BE49-F238E27FC236}">
                <a16:creationId xmlns:a16="http://schemas.microsoft.com/office/drawing/2014/main" id="{D1945E2A-ABF1-415C-B37A-BD0A5C199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rgbClr val="E394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Graph">
            <a:extLst>
              <a:ext uri="{FF2B5EF4-FFF2-40B4-BE49-F238E27FC236}">
                <a16:creationId xmlns:a16="http://schemas.microsoft.com/office/drawing/2014/main" id="{C27D900E-2C45-2A5E-7CA8-FDB19584D5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30" r="19762"/>
          <a:stretch/>
        </p:blipFill>
        <p:spPr>
          <a:xfrm>
            <a:off x="4747306" y="653615"/>
            <a:ext cx="6701945" cy="5540004"/>
          </a:xfrm>
          <a:prstGeom prst="rect">
            <a:avLst/>
          </a:prstGeom>
        </p:spPr>
      </p:pic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CCEE623-F22A-4681-990C-036558C13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9928A56-DDFB-4B12-BB34-20833166BD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B3765F0-85F4-4EB3-93DA-59F421CD4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8E03A00-A562-4753-8BA0-93F8B05DE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5F5D032-1BA8-410D-B68E-0DD597582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BA3FCDE-79E0-49F5-A381-232AB935D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E27297F-31E8-46C6-8569-1FD12C653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374C063-2A46-4D9F-A085-0FB2F194C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0DA2BC-780F-BEBE-9C8D-112A4BD8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3" y="1343767"/>
            <a:ext cx="3761709" cy="19847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chemeClr val="tx2"/>
                </a:solidFill>
              </a:rPr>
              <a:t>Tableau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AFC996-FFD1-A839-4EEF-D041F9E708CF}"/>
              </a:ext>
            </a:extLst>
          </p:cNvPr>
          <p:cNvSpPr txBox="1"/>
          <p:nvPr/>
        </p:nvSpPr>
        <p:spPr>
          <a:xfrm>
            <a:off x="786383" y="3952172"/>
            <a:ext cx="3761709" cy="222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25" dirty="0">
                <a:solidFill>
                  <a:schemeClr val="tx2"/>
                </a:solidFill>
              </a:rPr>
              <a:t>Tushar </a:t>
            </a:r>
            <a:r>
              <a:rPr lang="en-US" sz="2000" b="1" spc="-5" dirty="0">
                <a:solidFill>
                  <a:schemeClr val="tx2"/>
                </a:solidFill>
              </a:rPr>
              <a:t>B.</a:t>
            </a:r>
            <a:r>
              <a:rPr lang="en-US" sz="2000" b="1" spc="-30" dirty="0">
                <a:solidFill>
                  <a:schemeClr val="tx2"/>
                </a:solidFill>
              </a:rPr>
              <a:t> </a:t>
            </a:r>
            <a:r>
              <a:rPr lang="en-US" sz="2000" b="1" spc="-20" dirty="0" err="1">
                <a:solidFill>
                  <a:schemeClr val="tx2"/>
                </a:solidFill>
              </a:rPr>
              <a:t>Kute</a:t>
            </a:r>
            <a:endParaRPr lang="en-US" sz="2000" dirty="0">
              <a:solidFill>
                <a:schemeClr val="tx2"/>
              </a:solidFill>
            </a:endParaRPr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5" dirty="0">
                <a:solidFill>
                  <a:schemeClr val="tx2"/>
                </a:solidFill>
                <a:hlinkClick r:id="rId3"/>
              </a:rPr>
              <a:t>https://tusharkute.com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63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59099-3C75-7668-9420-EEBC8F6E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Data Visualization?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D7DB3-A530-A59C-4F84-6D402AFEE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Data visualization is the representation of data through use of common graphics, such as charts, plots, infographics, and even animations.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Benefits</a:t>
            </a:r>
          </a:p>
          <a:p>
            <a:pPr marL="857250" lvl="1" indent="-228600">
              <a:buFont typeface="Arial" panose="020B0604020202020204" pitchFamily="34" charset="0"/>
              <a:buChar char="•"/>
            </a:pPr>
            <a:r>
              <a:rPr lang="en-US" sz="1800" dirty="0"/>
              <a:t>Simplifies complex information</a:t>
            </a:r>
          </a:p>
          <a:p>
            <a:pPr marL="857250" lvl="1" indent="-228600">
              <a:buFont typeface="Arial" panose="020B0604020202020204" pitchFamily="34" charset="0"/>
              <a:buChar char="•"/>
            </a:pPr>
            <a:r>
              <a:rPr lang="en-US" sz="1800" dirty="0"/>
              <a:t> Identifies patterns and trends</a:t>
            </a:r>
          </a:p>
          <a:p>
            <a:pPr marL="857250" lvl="1" indent="-228600">
              <a:buFont typeface="Arial" panose="020B0604020202020204" pitchFamily="34" charset="0"/>
              <a:buChar char="•"/>
            </a:pPr>
            <a:r>
              <a:rPr lang="en-US" sz="1800" dirty="0"/>
              <a:t> Enhances decision-making</a:t>
            </a:r>
          </a:p>
        </p:txBody>
      </p:sp>
      <p:pic>
        <p:nvPicPr>
          <p:cNvPr id="5" name="Picture Placeholder 4" descr="A close-up of a graph&#10;&#10;Description automatically generated">
            <a:extLst>
              <a:ext uri="{FF2B5EF4-FFF2-40B4-BE49-F238E27FC236}">
                <a16:creationId xmlns:a16="http://schemas.microsoft.com/office/drawing/2014/main" id="{32932470-5768-73B6-3506-6D750181235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0368" r="20366" b="-1"/>
          <a:stretch/>
        </p:blipFill>
        <p:spPr>
          <a:xfrm>
            <a:off x="5629953" y="640080"/>
            <a:ext cx="4952405" cy="5577840"/>
          </a:xfrm>
          <a:prstGeom prst="rect">
            <a:avLst/>
          </a:prstGeom>
        </p:spPr>
      </p:pic>
      <p:pic>
        <p:nvPicPr>
          <p:cNvPr id="6" name="Picture 5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3018ADA3-4FE2-3344-701A-08F80C460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70" name="Picture 69" descr="A close up of a logo&#10;&#10;Description automatically generated">
            <a:extLst>
              <a:ext uri="{FF2B5EF4-FFF2-40B4-BE49-F238E27FC236}">
                <a16:creationId xmlns:a16="http://schemas.microsoft.com/office/drawing/2014/main" id="{E3DF3658-25DA-6175-D087-013E69126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5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735A-74A1-17E4-FD46-2EBDC128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What is Tableau?</a:t>
            </a:r>
          </a:p>
        </p:txBody>
      </p:sp>
      <p:pic>
        <p:nvPicPr>
          <p:cNvPr id="9" name="Picture Placeholder 8" descr="A logo with a circle of crosses&#10;&#10;Description automatically generated">
            <a:extLst>
              <a:ext uri="{FF2B5EF4-FFF2-40B4-BE49-F238E27FC236}">
                <a16:creationId xmlns:a16="http://schemas.microsoft.com/office/drawing/2014/main" id="{2C615E3F-63D5-C977-6E02-53718594254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3" r="15914"/>
          <a:stretch/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7FEF2-E3E2-17F9-BE80-591DD1EE5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1985099"/>
            <a:ext cx="3434180" cy="35990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Tableau is a powerful data visualization tool used to analyze, visualize, and present data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 It allows users to create interactive and dynamic dashboards, reports, and graphics</a:t>
            </a:r>
          </a:p>
        </p:txBody>
      </p:sp>
      <p:pic>
        <p:nvPicPr>
          <p:cNvPr id="10" name="Picture 9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29276A9F-C852-FF48-77BE-B6ACDEDE2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42" name="Picture 41" descr="A close up of a logo&#10;&#10;Description automatically generated">
            <a:extLst>
              <a:ext uri="{FF2B5EF4-FFF2-40B4-BE49-F238E27FC236}">
                <a16:creationId xmlns:a16="http://schemas.microsoft.com/office/drawing/2014/main" id="{5E352741-CD21-E09E-48E2-D3EACD41E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9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0B80AB5-04E5-2C2D-26E9-EF3A3DA3A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72EF5-2702-5134-1E90-05DFC0B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78" y="5014525"/>
            <a:ext cx="4572000" cy="14011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Features of Tableau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0C0E408-C2E8-1357-7382-7416B59286C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10000"/>
          <a:stretch/>
        </p:blipFill>
        <p:spPr>
          <a:xfrm>
            <a:off x="838200" y="1261348"/>
            <a:ext cx="4558748" cy="2564295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3656" y="474740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3D06E-C0DA-B7C7-FE9F-3E23EC7B8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1617" y="838200"/>
            <a:ext cx="4542183" cy="531591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Drag-and-drop functionality for easy data manipulation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 Wide variety of visualization options, including charts, graphs, maps, and more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 Ability to connect to various data sources, both structured and unstructured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 Interactive filters and parameters for real-time data exploration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Tableau enables users to create visually appealing and interactive dashboards, charts, and graphs.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6" name="Picture 5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C6D3E76C-6122-6CB1-A593-5E66E543B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0111257F-F5C9-D0C9-F8F4-DA9CCA00C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8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E4141-CEC2-50C6-10D5-E876B46C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Benefits of Using Tableau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D4F8A-F896-60DB-BF83-3650CC552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Enhanced data-driven decision-making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 Quick and easy data analysis and visualization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 Improved data accuracy and quality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 Increased efficiency and productivity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2F05E3D-8429-13A1-E901-5884A34F09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743" r="7743"/>
          <a:stretch>
            <a:fillRect/>
          </a:stretch>
        </p:blipFill>
        <p:spPr>
          <a:xfrm>
            <a:off x="4657344" y="817786"/>
            <a:ext cx="6903720" cy="5452627"/>
          </a:xfrm>
          <a:prstGeom prst="rect">
            <a:avLst/>
          </a:prstGeom>
        </p:spPr>
      </p:pic>
      <p:pic>
        <p:nvPicPr>
          <p:cNvPr id="6" name="Picture 5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6186B218-093D-CDB2-7385-FADBC6920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2534DDE2-4C3F-D2BB-D6E3-14961DED6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27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C226-E53B-2595-C57C-CD963EDE6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98914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 b="1" dirty="0"/>
              <a:t>Exploring Tableau's Connection Options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B79B0-A4AE-91C5-D7B0-FED52FEAA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52793"/>
            <a:ext cx="4085665" cy="4605207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Tableau offers versatile connectivity options to various data sources.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 1. File Connectors: Connect to Excel, CSV, JSON, and other file formats.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 2. Database Connectors: Connect to popular databases like MySQL, Oracle, and SQL Server.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 3. Web Data Connectors: Access data from web services and APIs.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 4. Cloud Connectors: Connect to cloud-based data sources like Google Analytics and Salesforce.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 5. Big Data Connectors: Work with data stored in Hadoop, Spark, and other big data platforms.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CD3CDFEE-1E0F-5F38-66B7-3174CD161A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182" b="1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  <p:pic>
        <p:nvPicPr>
          <p:cNvPr id="10" name="Picture 9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01A8C19E-8585-19C0-F3E7-08EC68C3B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EAA522B5-8529-C4DB-DC64-F7D82A69C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43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87319-0446-DB03-3EEF-C06F99F2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4551036"/>
            <a:ext cx="4284420" cy="16871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Understanding Tableau's User 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3204B4B-3C71-E3C5-4126-54057CDA5F6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22890" r="-2" b="22889"/>
          <a:stretch/>
        </p:blipFill>
        <p:spPr>
          <a:xfrm>
            <a:off x="1155556" y="637762"/>
            <a:ext cx="9889765" cy="357930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454411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846D2-62DB-F9F2-0CAF-078DB0F23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34649" y="4693125"/>
            <a:ext cx="4310672" cy="2061582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Tableau is a powerful data visualization tool.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 The user interface consists of various elements that allow users to interact with the software.</a:t>
            </a:r>
          </a:p>
        </p:txBody>
      </p:sp>
      <p:pic>
        <p:nvPicPr>
          <p:cNvPr id="15" name="Picture 14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A3398945-35D1-7945-BC9D-61519F0FB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32D17DEF-D2C7-56EF-B4B6-143FED8F0B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00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B4DC-F15F-AF89-B69D-02012545A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Key Elements of Tableau's User Interface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B2ABD0B8-3C66-0D25-D26C-EEC5DEC31E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5" b="17969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F7F17-21E5-B43C-ECC2-AE3D895AD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23982" y="3752850"/>
            <a:ext cx="7485413" cy="3105140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1. Menu Bar: Provides access to various commands and tools.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 2. Toolbar: Contains frequently used actions and shortcuts.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 3. Data Pane: Displays the data sources and fields used in the workbook.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 4. Worksheet: The main area where data visualization is created.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 5. Sheets and Dashboards: Allows the organization and arrangement of multiple visualizations.</a:t>
            </a:r>
            <a:endParaRPr lang="en-US" sz="2400" dirty="0"/>
          </a:p>
        </p:txBody>
      </p:sp>
      <p:pic>
        <p:nvPicPr>
          <p:cNvPr id="10" name="Picture 9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E9A5EE44-4308-575E-3F70-6B8692BE1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948" y="6127556"/>
            <a:ext cx="1180952" cy="647619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118EF7B6-0FEF-CE47-4424-DE0E90AB5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97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B4DC-F15F-AF89-B69D-02012545A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Key Elements of Tableau's User Interface</a:t>
            </a:r>
            <a:endParaRPr lang="en-US" sz="4000" b="1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113E172-7AC8-81A2-BDC6-8477DAE747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5" b="17969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F7F17-21E5-B43C-ECC2-AE3D895AD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23982" y="3752850"/>
            <a:ext cx="7485413" cy="310514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 6. Show Me: Provides different visualization options based on the data.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 7. Filters and Parameters: Enable data filtering and interactive control.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 8. Legends and Color Palettes: Help interpret data and apply color schemes.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 9. Analytics Pane: Offers various statistical and analytical functions.</a:t>
            </a:r>
            <a:endParaRPr lang="en-US" sz="2400" dirty="0"/>
          </a:p>
        </p:txBody>
      </p:sp>
      <p:pic>
        <p:nvPicPr>
          <p:cNvPr id="10" name="Picture 9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DE7CF9D2-9E84-B82A-FE0C-7997B9E0A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948" y="6127556"/>
            <a:ext cx="1180952" cy="647619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516381DC-B632-6813-4FAE-927743236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49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55A3E-3B73-40F3-8444-FDBFB3DAE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dirty="0"/>
              <a:t>Understanding Dimensions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6EEA0-0A8D-DD31-FB14-A37B97B10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3200" dirty="0"/>
              <a:t>Dimensions in Tableau represent categorical data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3200" dirty="0"/>
              <a:t>A dimension is a field that is an independent variable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3200" dirty="0"/>
              <a:t> They provide context and structure to your analysis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B5E3900-5AF1-A2F0-DA34-849B216EBE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6750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97CE845C-FE3F-88B6-2AC3-32B441AE0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59566"/>
            <a:ext cx="1180952" cy="647619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689CA5EC-0F78-494D-31E3-BB3FA22BED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0038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3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67F2A-8AFE-5416-B34C-6361C82B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dirty="0"/>
              <a:t>Exploring Measures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39C8394D-702D-EBEC-E0F8-DD58A53B0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825625"/>
            <a:ext cx="5387502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/>
              <a:t>Measures in Tableau represent numerical data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/>
              <a:t>It is a field that is a dependent variable and its value is a function of one or more dimensions.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/>
              <a:t> They allow you to perform calculations and aggregations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786328C-A94B-590D-19FC-1E947DF5CDD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2232" r="20921" b="2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4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CC97C36A-674F-B905-66B4-539AD9092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22B00E1-ACE4-58BB-5943-85B839822D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2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2E9B5-D42A-91BE-0A70-EF435D4A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dirty="0"/>
              <a:t>Data Visualizations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0D725CF-5A30-E9F3-73C8-7706ECAC3B3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2635" r="31115" b="1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4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9F70D-AECD-D5EB-6A28-21C839C00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57715" y="2990818"/>
            <a:ext cx="4195673" cy="353511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Bar charts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Line charts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Pie charts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Scatter plots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Maps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Heat maps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Tree maps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8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A39825A9-42B7-C5A7-F844-3B864B5A9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4150E2F9-6F55-E4EB-E9FD-2720DBCE1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0A979CB8-34D5-02D8-E31A-10610C538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7" y="872793"/>
            <a:ext cx="2777626" cy="4809744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5C2B83A2-CD41-4B1A-D369-809313D1E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33" y="1853430"/>
            <a:ext cx="3209544" cy="284847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47ECABCF-42CF-70F6-9B13-FC9CE63C23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87" y="2046003"/>
            <a:ext cx="3209544" cy="2463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1FFA7F-F39F-C3D1-11DD-FE2C41A27B6B}"/>
              </a:ext>
            </a:extLst>
          </p:cNvPr>
          <p:cNvSpPr txBox="1"/>
          <p:nvPr/>
        </p:nvSpPr>
        <p:spPr>
          <a:xfrm>
            <a:off x="1372876" y="6009124"/>
            <a:ext cx="1876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Line Graph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28D25-7109-E853-A296-ACDE46BB6B86}"/>
              </a:ext>
            </a:extLst>
          </p:cNvPr>
          <p:cNvSpPr txBox="1"/>
          <p:nvPr/>
        </p:nvSpPr>
        <p:spPr>
          <a:xfrm>
            <a:off x="4870383" y="6061129"/>
            <a:ext cx="282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Dual Axes Graph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52A4F-2B05-D981-5A7A-FF2DD289395B}"/>
              </a:ext>
            </a:extLst>
          </p:cNvPr>
          <p:cNvSpPr txBox="1"/>
          <p:nvPr/>
        </p:nvSpPr>
        <p:spPr>
          <a:xfrm>
            <a:off x="9000652" y="6053169"/>
            <a:ext cx="2415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Bar Graph</a:t>
            </a:r>
          </a:p>
        </p:txBody>
      </p:sp>
      <p:pic>
        <p:nvPicPr>
          <p:cNvPr id="11" name="Picture 10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A238FA52-12EF-2723-8FF2-2B7D9D309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117" y="0"/>
            <a:ext cx="1180952" cy="647619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63D174BD-EF32-3FF2-29F2-16A5B691F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3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F16AF1-C3C4-72F8-2C59-D98EF5006E65}"/>
              </a:ext>
            </a:extLst>
          </p:cNvPr>
          <p:cNvSpPr txBox="1"/>
          <p:nvPr/>
        </p:nvSpPr>
        <p:spPr>
          <a:xfrm>
            <a:off x="7216522" y="1142882"/>
            <a:ext cx="5178960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latin typeface="+mj-lt"/>
              </a:rPr>
              <a:t>Geographical Graph</a:t>
            </a: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57D9E2CC-1F61-B24D-7D1D-19E881FD4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098" y="2421924"/>
            <a:ext cx="4193385" cy="3711146"/>
          </a:xfrm>
          <a:prstGeom prst="rect">
            <a:avLst/>
          </a:prstGeom>
        </p:spPr>
      </p:pic>
      <p:pic>
        <p:nvPicPr>
          <p:cNvPr id="3" name="Picture 2" descr="A map of the united states&#10;&#10;Description automatically generated">
            <a:extLst>
              <a:ext uri="{FF2B5EF4-FFF2-40B4-BE49-F238E27FC236}">
                <a16:creationId xmlns:a16="http://schemas.microsoft.com/office/drawing/2014/main" id="{7F5796E2-3F3E-7C16-2A29-7F85D59BF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94" y="2421924"/>
            <a:ext cx="5167185" cy="371114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E21CB48-F4F7-741E-3F16-C3D54F8748A3}"/>
              </a:ext>
            </a:extLst>
          </p:cNvPr>
          <p:cNvSpPr txBox="1"/>
          <p:nvPr/>
        </p:nvSpPr>
        <p:spPr>
          <a:xfrm>
            <a:off x="1790023" y="1752310"/>
            <a:ext cx="4408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+mj-lt"/>
              </a:rPr>
              <a:t>Area Graph with Dual Axes</a:t>
            </a:r>
          </a:p>
        </p:txBody>
      </p:sp>
      <p:pic>
        <p:nvPicPr>
          <p:cNvPr id="53" name="Picture 52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6497721F-9248-60A5-6709-17048A7C0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54" name="Picture 53" descr="A close up of a logo&#10;&#10;Description automatically generated">
            <a:extLst>
              <a:ext uri="{FF2B5EF4-FFF2-40B4-BE49-F238E27FC236}">
                <a16:creationId xmlns:a16="http://schemas.microsoft.com/office/drawing/2014/main" id="{B5363852-FA3B-F546-A66B-523097442D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77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E9C69-DFB7-1C96-D507-A6E2346B4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1994" y="1244115"/>
            <a:ext cx="8808012" cy="436976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CBCC690-15C1-6F26-CC9B-A976AF13A66A}"/>
              </a:ext>
            </a:extLst>
          </p:cNvPr>
          <p:cNvSpPr txBox="1"/>
          <p:nvPr/>
        </p:nvSpPr>
        <p:spPr>
          <a:xfrm>
            <a:off x="4908884" y="6131293"/>
            <a:ext cx="230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Tree map</a:t>
            </a:r>
          </a:p>
        </p:txBody>
      </p:sp>
      <p:pic>
        <p:nvPicPr>
          <p:cNvPr id="37" name="Picture 36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F7CAC279-7E80-A07B-C6B8-8B5C26253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38" name="Picture 37" descr="A close up of a logo&#10;&#10;Description automatically generated">
            <a:extLst>
              <a:ext uri="{FF2B5EF4-FFF2-40B4-BE49-F238E27FC236}">
                <a16:creationId xmlns:a16="http://schemas.microsoft.com/office/drawing/2014/main" id="{680980C4-F725-B341-80C6-8357F7261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07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DE40834-BCD2-F58E-305D-81A6ECF06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20371"/>
            <a:ext cx="10905066" cy="5398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3397C2-616A-9AE7-5DCB-15235899D6BE}"/>
              </a:ext>
            </a:extLst>
          </p:cNvPr>
          <p:cNvSpPr txBox="1"/>
          <p:nvPr/>
        </p:nvSpPr>
        <p:spPr>
          <a:xfrm>
            <a:off x="4860758" y="6266045"/>
            <a:ext cx="1540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Heat Map</a:t>
            </a:r>
          </a:p>
        </p:txBody>
      </p:sp>
      <p:pic>
        <p:nvPicPr>
          <p:cNvPr id="7" name="Picture 6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EF3AD115-52FC-1757-B363-B04C86D0D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59566"/>
            <a:ext cx="1180952" cy="647619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5E14F583-4B14-1186-61A2-4BFE72F46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0038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76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54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6" name="Freeform: Shape 255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258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2931EA-ACBA-C07D-E58B-15998BBC8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96483"/>
              </p:ext>
            </p:extLst>
          </p:nvPr>
        </p:nvGraphicFramePr>
        <p:xfrm>
          <a:off x="643467" y="803940"/>
          <a:ext cx="7047924" cy="5245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6602">
                  <a:extLst>
                    <a:ext uri="{9D8B030D-6E8A-4147-A177-3AD203B41FA5}">
                      <a16:colId xmlns:a16="http://schemas.microsoft.com/office/drawing/2014/main" val="2900707139"/>
                    </a:ext>
                  </a:extLst>
                </a:gridCol>
                <a:gridCol w="3901322">
                  <a:extLst>
                    <a:ext uri="{9D8B030D-6E8A-4147-A177-3AD203B41FA5}">
                      <a16:colId xmlns:a16="http://schemas.microsoft.com/office/drawing/2014/main" val="2359001257"/>
                    </a:ext>
                  </a:extLst>
                </a:gridCol>
              </a:tblGrid>
              <a:tr h="459799">
                <a:tc>
                  <a:txBody>
                    <a:bodyPr/>
                    <a:lstStyle/>
                    <a:p>
                      <a:r>
                        <a:rPr lang="en-US" sz="2100"/>
                        <a:t>VISUALIZATION</a:t>
                      </a:r>
                    </a:p>
                  </a:txBody>
                  <a:tcPr marL="104500" marR="104500" marT="52250" marB="5225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APPLICATION</a:t>
                      </a:r>
                    </a:p>
                  </a:txBody>
                  <a:tcPr marL="104500" marR="104500" marT="52250" marB="52250"/>
                </a:tc>
                <a:extLst>
                  <a:ext uri="{0D108BD9-81ED-4DB2-BD59-A6C34878D82A}">
                    <a16:rowId xmlns:a16="http://schemas.microsoft.com/office/drawing/2014/main" val="3412991839"/>
                  </a:ext>
                </a:extLst>
              </a:tr>
              <a:tr h="459799">
                <a:tc>
                  <a:txBody>
                    <a:bodyPr/>
                    <a:lstStyle/>
                    <a:p>
                      <a:r>
                        <a:rPr lang="en-US" sz="2100"/>
                        <a:t>Bar Graph</a:t>
                      </a:r>
                    </a:p>
                  </a:txBody>
                  <a:tcPr marL="104500" marR="104500" marT="52250" marB="5225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When dimension is continuous</a:t>
                      </a:r>
                    </a:p>
                  </a:txBody>
                  <a:tcPr marL="104500" marR="104500" marT="52250" marB="52250"/>
                </a:tc>
                <a:extLst>
                  <a:ext uri="{0D108BD9-81ED-4DB2-BD59-A6C34878D82A}">
                    <a16:rowId xmlns:a16="http://schemas.microsoft.com/office/drawing/2014/main" val="2704762164"/>
                  </a:ext>
                </a:extLst>
              </a:tr>
              <a:tr h="459799">
                <a:tc>
                  <a:txBody>
                    <a:bodyPr/>
                    <a:lstStyle/>
                    <a:p>
                      <a:r>
                        <a:rPr lang="en-US" sz="2100"/>
                        <a:t>Dual Axis Graph</a:t>
                      </a:r>
                    </a:p>
                  </a:txBody>
                  <a:tcPr marL="104500" marR="104500" marT="52250" marB="5225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For continuous dimensions</a:t>
                      </a:r>
                    </a:p>
                  </a:txBody>
                  <a:tcPr marL="104500" marR="104500" marT="52250" marB="52250"/>
                </a:tc>
                <a:extLst>
                  <a:ext uri="{0D108BD9-81ED-4DB2-BD59-A6C34878D82A}">
                    <a16:rowId xmlns:a16="http://schemas.microsoft.com/office/drawing/2014/main" val="3459514075"/>
                  </a:ext>
                </a:extLst>
              </a:tr>
              <a:tr h="773298">
                <a:tc>
                  <a:txBody>
                    <a:bodyPr/>
                    <a:lstStyle/>
                    <a:p>
                      <a:r>
                        <a:rPr lang="en-US" sz="2100"/>
                        <a:t>Line Graph</a:t>
                      </a:r>
                    </a:p>
                  </a:txBody>
                  <a:tcPr marL="104500" marR="104500" marT="52250" marB="5225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To represent two measures together</a:t>
                      </a:r>
                    </a:p>
                  </a:txBody>
                  <a:tcPr marL="104500" marR="104500" marT="52250" marB="52250"/>
                </a:tc>
                <a:extLst>
                  <a:ext uri="{0D108BD9-81ED-4DB2-BD59-A6C34878D82A}">
                    <a16:rowId xmlns:a16="http://schemas.microsoft.com/office/drawing/2014/main" val="33687319"/>
                  </a:ext>
                </a:extLst>
              </a:tr>
              <a:tr h="773298">
                <a:tc>
                  <a:txBody>
                    <a:bodyPr/>
                    <a:lstStyle/>
                    <a:p>
                      <a:r>
                        <a:rPr lang="en-US" sz="2100"/>
                        <a:t>Area Graph (Dual Axes)</a:t>
                      </a:r>
                    </a:p>
                  </a:txBody>
                  <a:tcPr marL="104500" marR="104500" marT="52250" marB="5225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Provides better comparison amongst measures</a:t>
                      </a:r>
                    </a:p>
                  </a:txBody>
                  <a:tcPr marL="104500" marR="104500" marT="52250" marB="52250"/>
                </a:tc>
                <a:extLst>
                  <a:ext uri="{0D108BD9-81ED-4DB2-BD59-A6C34878D82A}">
                    <a16:rowId xmlns:a16="http://schemas.microsoft.com/office/drawing/2014/main" val="1705466849"/>
                  </a:ext>
                </a:extLst>
              </a:tr>
              <a:tr h="773298">
                <a:tc>
                  <a:txBody>
                    <a:bodyPr/>
                    <a:lstStyle/>
                    <a:p>
                      <a:r>
                        <a:rPr lang="en-US" sz="2100"/>
                        <a:t>Geographical graph</a:t>
                      </a:r>
                    </a:p>
                  </a:txBody>
                  <a:tcPr marL="104500" marR="104500" marT="52250" marB="5225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To plot measures on geographical map</a:t>
                      </a:r>
                    </a:p>
                  </a:txBody>
                  <a:tcPr marL="104500" marR="104500" marT="52250" marB="52250"/>
                </a:tc>
                <a:extLst>
                  <a:ext uri="{0D108BD9-81ED-4DB2-BD59-A6C34878D82A}">
                    <a16:rowId xmlns:a16="http://schemas.microsoft.com/office/drawing/2014/main" val="2415400007"/>
                  </a:ext>
                </a:extLst>
              </a:tr>
              <a:tr h="773298">
                <a:tc>
                  <a:txBody>
                    <a:bodyPr/>
                    <a:lstStyle/>
                    <a:p>
                      <a:r>
                        <a:rPr lang="en-US" sz="2100"/>
                        <a:t>Heat Map</a:t>
                      </a:r>
                    </a:p>
                  </a:txBody>
                  <a:tcPr marL="104500" marR="104500" marT="52250" marB="5225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To visualize variations between categories</a:t>
                      </a:r>
                    </a:p>
                  </a:txBody>
                  <a:tcPr marL="104500" marR="104500" marT="52250" marB="52250"/>
                </a:tc>
                <a:extLst>
                  <a:ext uri="{0D108BD9-81ED-4DB2-BD59-A6C34878D82A}">
                    <a16:rowId xmlns:a16="http://schemas.microsoft.com/office/drawing/2014/main" val="1143391931"/>
                  </a:ext>
                </a:extLst>
              </a:tr>
              <a:tr h="773298">
                <a:tc>
                  <a:txBody>
                    <a:bodyPr/>
                    <a:lstStyle/>
                    <a:p>
                      <a:r>
                        <a:rPr lang="en-US" sz="2100"/>
                        <a:t>Tree Map</a:t>
                      </a:r>
                    </a:p>
                  </a:txBody>
                  <a:tcPr marL="104500" marR="104500" marT="52250" marB="5225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To represent quantity in nested rectangles</a:t>
                      </a:r>
                    </a:p>
                  </a:txBody>
                  <a:tcPr marL="104500" marR="104500" marT="52250" marB="52250"/>
                </a:tc>
                <a:extLst>
                  <a:ext uri="{0D108BD9-81ED-4DB2-BD59-A6C34878D82A}">
                    <a16:rowId xmlns:a16="http://schemas.microsoft.com/office/drawing/2014/main" val="3119527839"/>
                  </a:ext>
                </a:extLst>
              </a:tr>
            </a:tbl>
          </a:graphicData>
        </a:graphic>
      </p:graphicFrame>
      <p:pic>
        <p:nvPicPr>
          <p:cNvPr id="3" name="Picture 2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AD6D47F0-E4A0-5F3C-57B0-B4BCB85B1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224" name="Picture 223" descr="A close up of a logo&#10;&#10;Description automatically generated">
            <a:extLst>
              <a:ext uri="{FF2B5EF4-FFF2-40B4-BE49-F238E27FC236}">
                <a16:creationId xmlns:a16="http://schemas.microsoft.com/office/drawing/2014/main" id="{93E1AAE6-4514-14E8-63E7-BE4633997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04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799E-2021-B996-40F9-DDD311EB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/>
              <a:t>Best Practices for Data Visualization</a:t>
            </a:r>
            <a:endParaRPr lang="en-US" sz="4000" b="1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5054F29-E00D-A61C-6C85-22E8D6D7F5B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785" r="7785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EFCDC-7DD1-BBEF-58C0-685780D5D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71561"/>
            <a:ext cx="3932237" cy="3984859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US" sz="2800"/>
              <a:t>Simplify and declutter</a:t>
            </a:r>
          </a:p>
          <a:p>
            <a:pPr>
              <a:buFontTx/>
              <a:buChar char="•"/>
            </a:pPr>
            <a:r>
              <a:rPr lang="en-US" sz="2800"/>
              <a:t> Use appropriate color schemes</a:t>
            </a:r>
          </a:p>
          <a:p>
            <a:pPr>
              <a:buFontTx/>
              <a:buChar char="•"/>
            </a:pPr>
            <a:r>
              <a:rPr lang="en-US" sz="2800"/>
              <a:t> Ensure data accuracy and quality</a:t>
            </a:r>
          </a:p>
          <a:p>
            <a:pPr>
              <a:buFontTx/>
              <a:buChar char="•"/>
            </a:pPr>
            <a:r>
              <a:rPr lang="en-US" sz="2800"/>
              <a:t> Provide clear labels and titles</a:t>
            </a:r>
          </a:p>
          <a:p>
            <a:pPr>
              <a:buFontTx/>
              <a:buChar char="•"/>
            </a:pPr>
            <a:r>
              <a:rPr lang="en-US" sz="2800"/>
              <a:t> Highlight key insights</a:t>
            </a:r>
            <a:endParaRPr lang="en-US" sz="2800" dirty="0"/>
          </a:p>
        </p:txBody>
      </p:sp>
      <p:pic>
        <p:nvPicPr>
          <p:cNvPr id="6" name="Picture 5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5E061D62-73EF-0D00-8701-7C283A7DF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5" y="149941"/>
            <a:ext cx="1180952" cy="647619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4D25953-7352-6179-265E-58E0EB827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0413"/>
            <a:ext cx="1800000" cy="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E1738-3217-7340-AC6A-CE01A20CE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82B7B3B2-8B6D-EEC0-8E9A-CD3CB76928AB}"/>
              </a:ext>
            </a:extLst>
          </p:cNvPr>
          <p:cNvSpPr/>
          <p:nvPr/>
        </p:nvSpPr>
        <p:spPr>
          <a:xfrm>
            <a:off x="3970439" y="3925152"/>
            <a:ext cx="3960026" cy="1011923"/>
          </a:xfrm>
          <a:custGeom>
            <a:avLst/>
            <a:gdLst/>
            <a:ahLst/>
            <a:cxnLst/>
            <a:rect l="l" t="t" r="r" b="b"/>
            <a:pathLst>
              <a:path w="3384550" h="864870">
                <a:moveTo>
                  <a:pt x="3384003" y="0"/>
                </a:moveTo>
                <a:lnTo>
                  <a:pt x="0" y="0"/>
                </a:lnTo>
                <a:lnTo>
                  <a:pt x="0" y="864717"/>
                </a:lnTo>
                <a:lnTo>
                  <a:pt x="1691995" y="864717"/>
                </a:lnTo>
                <a:lnTo>
                  <a:pt x="3384003" y="864717"/>
                </a:lnTo>
                <a:lnTo>
                  <a:pt x="3384003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BD17B338-05E3-05F7-B91E-739C03BA52CC}"/>
              </a:ext>
            </a:extLst>
          </p:cNvPr>
          <p:cNvSpPr txBox="1"/>
          <p:nvPr/>
        </p:nvSpPr>
        <p:spPr>
          <a:xfrm>
            <a:off x="3970439" y="3925152"/>
            <a:ext cx="3960026" cy="899862"/>
          </a:xfrm>
          <a:prstGeom prst="rect">
            <a:avLst/>
          </a:prstGeom>
          <a:ln w="3175">
            <a:solidFill>
              <a:srgbClr val="3364A3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787527" marR="783812" indent="2229" algn="ctr" defTabSz="1069848">
              <a:lnSpc>
                <a:spcPct val="92900"/>
              </a:lnSpc>
              <a:spcBef>
                <a:spcPts val="878"/>
              </a:spcBef>
            </a:pPr>
            <a:r>
              <a:rPr lang="en-US" sz="1872" b="1" kern="1200" spc="-12">
                <a:solidFill>
                  <a:schemeClr val="tx1"/>
                </a:solidFill>
                <a:latin typeface="Arial"/>
                <a:ea typeface="+mn-ea"/>
                <a:cs typeface="Arial"/>
              </a:rPr>
              <a:t>Web </a:t>
            </a:r>
            <a:r>
              <a:rPr lang="en-US" sz="1872" b="1" kern="1200" spc="-59">
                <a:solidFill>
                  <a:schemeClr val="tx1"/>
                </a:solidFill>
                <a:latin typeface="Arial"/>
                <a:ea typeface="+mn-ea"/>
                <a:cs typeface="Arial"/>
              </a:rPr>
              <a:t>Resources </a:t>
            </a:r>
            <a:r>
              <a:rPr lang="en-US" sz="1872" b="1" kern="1200" spc="-53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1872" kern="1200" spc="53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rPr>
              <a:t>https://mitu.co.in </a:t>
            </a:r>
            <a:r>
              <a:rPr lang="en-US" sz="1872" kern="1200" spc="59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rPr>
              <a:t> </a:t>
            </a:r>
            <a:r>
              <a:rPr lang="en-US" sz="1872" kern="1200" spc="53">
                <a:solidFill>
                  <a:schemeClr val="tx1"/>
                </a:solidFill>
                <a:latin typeface="Microsoft Sans Serif"/>
                <a:ea typeface="+mn-ea"/>
                <a:cs typeface="Microsoft Sans Serif"/>
                <a:hlinkClick r:id="rId2"/>
              </a:rPr>
              <a:t>http://tusharkute.com</a:t>
            </a:r>
            <a:endParaRPr lang="en-US" sz="1600">
              <a:latin typeface="Microsoft Sans Serif"/>
              <a:cs typeface="Microsoft Sans Serif"/>
            </a:endParaRPr>
          </a:p>
        </p:txBody>
      </p:sp>
      <p:pic>
        <p:nvPicPr>
          <p:cNvPr id="23" name="object 8">
            <a:extLst>
              <a:ext uri="{FF2B5EF4-FFF2-40B4-BE49-F238E27FC236}">
                <a16:creationId xmlns:a16="http://schemas.microsoft.com/office/drawing/2014/main" id="{8C726957-6D41-DA76-FC92-8CEA23C07C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063" y="3243195"/>
            <a:ext cx="1748860" cy="302433"/>
          </a:xfrm>
          <a:prstGeom prst="rect">
            <a:avLst/>
          </a:prstGeom>
        </p:spPr>
      </p:pic>
      <p:pic>
        <p:nvPicPr>
          <p:cNvPr id="24" name="object 9" descr="A logo of a camera&#10;&#10;Description automatically generated">
            <a:extLst>
              <a:ext uri="{FF2B5EF4-FFF2-40B4-BE49-F238E27FC236}">
                <a16:creationId xmlns:a16="http://schemas.microsoft.com/office/drawing/2014/main" id="{C4BBE60C-916A-9870-B90B-F1E53C87325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7062" y="2148890"/>
            <a:ext cx="826419" cy="826419"/>
          </a:xfrm>
          <a:prstGeom prst="rect">
            <a:avLst/>
          </a:prstGeom>
        </p:spPr>
      </p:pic>
      <p:pic>
        <p:nvPicPr>
          <p:cNvPr id="25" name="object 10" descr="A blue square with a white f on it&#10;&#10;Description automatically generated">
            <a:extLst>
              <a:ext uri="{FF2B5EF4-FFF2-40B4-BE49-F238E27FC236}">
                <a16:creationId xmlns:a16="http://schemas.microsoft.com/office/drawing/2014/main" id="{03588F63-76F0-CD59-21E3-6235530E1A6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1347" y="2155637"/>
            <a:ext cx="1122953" cy="842423"/>
          </a:xfrm>
          <a:prstGeom prst="rect">
            <a:avLst/>
          </a:prstGeom>
        </p:spPr>
      </p:pic>
      <p:sp>
        <p:nvSpPr>
          <p:cNvPr id="26" name="object 11">
            <a:extLst>
              <a:ext uri="{FF2B5EF4-FFF2-40B4-BE49-F238E27FC236}">
                <a16:creationId xmlns:a16="http://schemas.microsoft.com/office/drawing/2014/main" id="{D358B569-A0B2-2B82-EC3A-53C9DB9EB8C0}"/>
              </a:ext>
            </a:extLst>
          </p:cNvPr>
          <p:cNvSpPr txBox="1"/>
          <p:nvPr/>
        </p:nvSpPr>
        <p:spPr>
          <a:xfrm>
            <a:off x="3157810" y="3268782"/>
            <a:ext cx="1777926" cy="2648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" defTabSz="1069848">
              <a:spcBef>
                <a:spcPts val="117"/>
              </a:spcBef>
            </a:pPr>
            <a:r>
              <a:rPr lang="en-US" sz="1638" kern="1200" spc="59">
                <a:solidFill>
                  <a:srgbClr val="355391"/>
                </a:solidFill>
                <a:latin typeface="Trebuchet MS"/>
                <a:ea typeface="+mn-ea"/>
                <a:cs typeface="+mn-cs"/>
              </a:rPr>
              <a:t>/mITuSkillologies</a:t>
            </a:r>
            <a:endParaRPr lang="en-US" sz="1400">
              <a:latin typeface="Trebuchet MS"/>
              <a:cs typeface="Trebuchet MS"/>
            </a:endParaRPr>
          </a:p>
        </p:txBody>
      </p:sp>
      <p:pic>
        <p:nvPicPr>
          <p:cNvPr id="27" name="object 12" descr="A blue circle with a white bird in it&#10;&#10;Description automatically generated">
            <a:extLst>
              <a:ext uri="{FF2B5EF4-FFF2-40B4-BE49-F238E27FC236}">
                <a16:creationId xmlns:a16="http://schemas.microsoft.com/office/drawing/2014/main" id="{A3F97587-30E7-E8C6-9EBD-8D27A73173B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97412" y="2105516"/>
            <a:ext cx="926661" cy="927923"/>
          </a:xfrm>
          <a:prstGeom prst="rect">
            <a:avLst/>
          </a:prstGeom>
        </p:spPr>
      </p:pic>
      <p:sp>
        <p:nvSpPr>
          <p:cNvPr id="28" name="object 13">
            <a:extLst>
              <a:ext uri="{FF2B5EF4-FFF2-40B4-BE49-F238E27FC236}">
                <a16:creationId xmlns:a16="http://schemas.microsoft.com/office/drawing/2014/main" id="{E7EB75C6-A1B5-D4DE-8052-1344C391BF58}"/>
              </a:ext>
            </a:extLst>
          </p:cNvPr>
          <p:cNvSpPr txBox="1"/>
          <p:nvPr/>
        </p:nvSpPr>
        <p:spPr>
          <a:xfrm>
            <a:off x="5394443" y="3206448"/>
            <a:ext cx="1468850" cy="2828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" defTabSz="1069848">
              <a:spcBef>
                <a:spcPts val="117"/>
              </a:spcBef>
            </a:pPr>
            <a:r>
              <a:rPr lang="en-US" sz="1755" kern="1200" spc="64">
                <a:solidFill>
                  <a:srgbClr val="00598D"/>
                </a:solidFill>
                <a:latin typeface="Microsoft Sans Serif"/>
                <a:ea typeface="+mn-ea"/>
                <a:cs typeface="Microsoft Sans Serif"/>
              </a:rPr>
              <a:t>@mitu_group</a:t>
            </a:r>
            <a:endParaRPr lang="en-US" sz="1500">
              <a:latin typeface="Microsoft Sans Serif"/>
              <a:cs typeface="Microsoft Sans Serif"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93298E00-A766-6BA5-20D6-C959013AB5B7}"/>
              </a:ext>
            </a:extLst>
          </p:cNvPr>
          <p:cNvSpPr txBox="1"/>
          <p:nvPr/>
        </p:nvSpPr>
        <p:spPr>
          <a:xfrm>
            <a:off x="4107636" y="5059354"/>
            <a:ext cx="3813660" cy="788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446" defTabSz="1069848">
              <a:spcBef>
                <a:spcPts val="117"/>
              </a:spcBef>
            </a:pPr>
            <a:r>
              <a:rPr lang="en-US" sz="2574" b="1" kern="1200" spc="-6">
                <a:solidFill>
                  <a:srgbClr val="0000FF"/>
                </a:solidFill>
                <a:latin typeface="Courier New"/>
                <a:ea typeface="+mn-ea"/>
                <a:cs typeface="Courier New"/>
                <a:hlinkClick r:id="rId7"/>
              </a:rPr>
              <a:t>contact@mitu.co.in</a:t>
            </a:r>
            <a:endParaRPr lang="en-US" sz="2574" kern="1200">
              <a:solidFill>
                <a:schemeClr val="tx1"/>
              </a:solidFill>
              <a:latin typeface="Courier New"/>
              <a:ea typeface="+mn-ea"/>
              <a:cs typeface="Courier New"/>
            </a:endParaRPr>
          </a:p>
          <a:p>
            <a:pPr marL="14859" defTabSz="1069848">
              <a:spcBef>
                <a:spcPts val="70"/>
              </a:spcBef>
            </a:pPr>
            <a:r>
              <a:rPr lang="en-US" sz="2340" b="1" kern="1200" spc="6">
                <a:solidFill>
                  <a:srgbClr val="0000FF"/>
                </a:solidFill>
                <a:latin typeface="Courier New"/>
                <a:ea typeface="+mn-ea"/>
                <a:cs typeface="Courier New"/>
                <a:hlinkClick r:id="rId8"/>
              </a:rPr>
              <a:t>tushar@tusharkute.com</a:t>
            </a:r>
            <a:endParaRPr lang="en-US" sz="2000">
              <a:latin typeface="Courier New"/>
              <a:cs typeface="Courier New"/>
            </a:endParaRPr>
          </a:p>
        </p:txBody>
      </p:sp>
      <p:pic>
        <p:nvPicPr>
          <p:cNvPr id="30" name="object 15" descr="A blue square with white letters&#10;&#10;Description automatically generated">
            <a:extLst>
              <a:ext uri="{FF2B5EF4-FFF2-40B4-BE49-F238E27FC236}">
                <a16:creationId xmlns:a16="http://schemas.microsoft.com/office/drawing/2014/main" id="{5736372C-950D-D8CD-6F4D-B9D12C60620A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03463" y="2228923"/>
            <a:ext cx="769136" cy="769136"/>
          </a:xfrm>
          <a:prstGeom prst="rect">
            <a:avLst/>
          </a:prstGeom>
        </p:spPr>
      </p:pic>
      <p:sp>
        <p:nvSpPr>
          <p:cNvPr id="31" name="object 16">
            <a:extLst>
              <a:ext uri="{FF2B5EF4-FFF2-40B4-BE49-F238E27FC236}">
                <a16:creationId xmlns:a16="http://schemas.microsoft.com/office/drawing/2014/main" id="{97841D81-5245-74F0-CAD5-BE59391158BC}"/>
              </a:ext>
            </a:extLst>
          </p:cNvPr>
          <p:cNvSpPr txBox="1"/>
          <p:nvPr/>
        </p:nvSpPr>
        <p:spPr>
          <a:xfrm>
            <a:off x="7648330" y="3473917"/>
            <a:ext cx="1178349" cy="2828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" defTabSz="1069848">
              <a:spcBef>
                <a:spcPts val="117"/>
              </a:spcBef>
            </a:pPr>
            <a:r>
              <a:rPr lang="en-US" sz="1755" kern="1200" spc="-12">
                <a:solidFill>
                  <a:srgbClr val="00598D"/>
                </a:solidFill>
                <a:latin typeface="Microsoft Sans Serif"/>
                <a:ea typeface="+mn-ea"/>
                <a:cs typeface="Microsoft Sans Serif"/>
              </a:rPr>
              <a:t>skillologies</a:t>
            </a:r>
            <a:endParaRPr lang="en-US" sz="1500">
              <a:latin typeface="Microsoft Sans Serif"/>
              <a:cs typeface="Microsoft Sans Serif"/>
            </a:endParaRPr>
          </a:p>
        </p:txBody>
      </p:sp>
      <p:pic>
        <p:nvPicPr>
          <p:cNvPr id="32" name="object 17" descr="A red video player with a white play button&#10;&#10;Description automatically generated">
            <a:extLst>
              <a:ext uri="{FF2B5EF4-FFF2-40B4-BE49-F238E27FC236}">
                <a16:creationId xmlns:a16="http://schemas.microsoft.com/office/drawing/2014/main" id="{9B01E703-8EB9-D9F9-DC75-7BDC51044D19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41037" y="2198609"/>
            <a:ext cx="1310805" cy="715211"/>
          </a:xfrm>
          <a:prstGeom prst="rect">
            <a:avLst/>
          </a:prstGeom>
        </p:spPr>
      </p:pic>
      <p:sp>
        <p:nvSpPr>
          <p:cNvPr id="33" name="object 18">
            <a:extLst>
              <a:ext uri="{FF2B5EF4-FFF2-40B4-BE49-F238E27FC236}">
                <a16:creationId xmlns:a16="http://schemas.microsoft.com/office/drawing/2014/main" id="{6AE1CE54-B6A8-62FA-E5FA-F2B572113325}"/>
              </a:ext>
            </a:extLst>
          </p:cNvPr>
          <p:cNvSpPr txBox="1"/>
          <p:nvPr/>
        </p:nvSpPr>
        <p:spPr>
          <a:xfrm>
            <a:off x="7385498" y="3206448"/>
            <a:ext cx="3739364" cy="2829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" defTabSz="1069848">
              <a:spcBef>
                <a:spcPts val="117"/>
              </a:spcBef>
              <a:tabLst>
                <a:tab pos="1991849" algn="l"/>
              </a:tabLst>
            </a:pPr>
            <a:r>
              <a:rPr lang="en-US" sz="1755" kern="1200" spc="88">
                <a:solidFill>
                  <a:srgbClr val="00598D"/>
                </a:solidFill>
                <a:latin typeface="Microsoft Sans Serif"/>
                <a:ea typeface="+mn-ea"/>
                <a:cs typeface="Microsoft Sans Serif"/>
              </a:rPr>
              <a:t>/company/mitu-	</a:t>
            </a:r>
            <a:r>
              <a:rPr lang="en-US" sz="2633" kern="1200" spc="43" baseline="3703">
                <a:solidFill>
                  <a:srgbClr val="B20000"/>
                </a:solidFill>
                <a:latin typeface="Microsoft Sans Serif"/>
                <a:ea typeface="+mn-ea"/>
                <a:cs typeface="Microsoft Sans Serif"/>
              </a:rPr>
              <a:t>MITUSkillologies</a:t>
            </a:r>
            <a:endParaRPr lang="en-US" sz="2250" baseline="3703">
              <a:latin typeface="Microsoft Sans Serif"/>
              <a:cs typeface="Microsoft Sans Serif"/>
            </a:endParaRPr>
          </a:p>
        </p:txBody>
      </p:sp>
      <p:pic>
        <p:nvPicPr>
          <p:cNvPr id="34" name="object 19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DA2D2E2-663A-36F8-B852-8FF09A8A0227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12184" y="4258329"/>
            <a:ext cx="1099788" cy="424577"/>
          </a:xfrm>
          <a:prstGeom prst="rect">
            <a:avLst/>
          </a:prstGeom>
        </p:spPr>
      </p:pic>
      <p:sp>
        <p:nvSpPr>
          <p:cNvPr id="35" name="object 20">
            <a:extLst>
              <a:ext uri="{FF2B5EF4-FFF2-40B4-BE49-F238E27FC236}">
                <a16:creationId xmlns:a16="http://schemas.microsoft.com/office/drawing/2014/main" id="{BA2609DD-1A6F-7A79-83D9-A36DD2E11E9A}"/>
              </a:ext>
            </a:extLst>
          </p:cNvPr>
          <p:cNvSpPr txBox="1"/>
          <p:nvPr/>
        </p:nvSpPr>
        <p:spPr>
          <a:xfrm>
            <a:off x="838200" y="4734171"/>
            <a:ext cx="1947322" cy="3368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" defTabSz="1069848">
              <a:spcBef>
                <a:spcPts val="117"/>
              </a:spcBef>
            </a:pPr>
            <a:r>
              <a:rPr lang="en-US" sz="2106" kern="1200" spc="-6">
                <a:solidFill>
                  <a:srgbClr val="1D5694"/>
                </a:solidFill>
                <a:latin typeface="Calibri"/>
                <a:ea typeface="+mn-ea"/>
                <a:cs typeface="Calibri"/>
              </a:rPr>
              <a:t>@mituskillologies</a:t>
            </a:r>
            <a:endParaRPr lang="en-US" sz="1800">
              <a:latin typeface="Calibri"/>
              <a:cs typeface="Calibri"/>
            </a:endParaRPr>
          </a:p>
        </p:txBody>
      </p:sp>
      <p:pic>
        <p:nvPicPr>
          <p:cNvPr id="36" name="object 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2B7A12-430D-5C90-A5DE-BAE06AEBAF0F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035877" y="3967278"/>
            <a:ext cx="751854" cy="751854"/>
          </a:xfrm>
          <a:prstGeom prst="rect">
            <a:avLst/>
          </a:prstGeom>
        </p:spPr>
      </p:pic>
      <p:sp>
        <p:nvSpPr>
          <p:cNvPr id="37" name="object 22">
            <a:extLst>
              <a:ext uri="{FF2B5EF4-FFF2-40B4-BE49-F238E27FC236}">
                <a16:creationId xmlns:a16="http://schemas.microsoft.com/office/drawing/2014/main" id="{E47FC6ED-510A-EEBE-E5D9-ACC5DC5A6FE2}"/>
              </a:ext>
            </a:extLst>
          </p:cNvPr>
          <p:cNvSpPr txBox="1"/>
          <p:nvPr/>
        </p:nvSpPr>
        <p:spPr>
          <a:xfrm>
            <a:off x="9406478" y="4740070"/>
            <a:ext cx="1947322" cy="3368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" defTabSz="1069848">
              <a:spcBef>
                <a:spcPts val="117"/>
              </a:spcBef>
            </a:pPr>
            <a:r>
              <a:rPr lang="en-US" sz="2106" kern="1200" spc="-6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@mituskillologies</a:t>
            </a:r>
            <a:endParaRPr lang="en-US" sz="1800">
              <a:latin typeface="Calibri"/>
              <a:cs typeface="Calibri"/>
            </a:endParaRPr>
          </a:p>
        </p:txBody>
      </p:sp>
      <p:pic>
        <p:nvPicPr>
          <p:cNvPr id="3" name="Picture 2" descr="A logo with blue and white text&#10;&#10;Description automatically generated">
            <a:extLst>
              <a:ext uri="{FF2B5EF4-FFF2-40B4-BE49-F238E27FC236}">
                <a16:creationId xmlns:a16="http://schemas.microsoft.com/office/drawing/2014/main" id="{E106827E-EA68-038A-E06F-2A5567C18B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27" y="286975"/>
            <a:ext cx="1892617" cy="103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4ABD81-3452-40F3-A87C-274BC45644B6}">
  <we:reference id="wa200005566" version="1.0.0.0" store="en-US" storeType="OMEX"/>
  <we:alternateReferences>
    <we:reference id="wa200005566" version="1.0.0.0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207</TotalTime>
  <Words>687</Words>
  <Application>Microsoft Office PowerPoint</Application>
  <PresentationFormat>Widescreen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Microsoft Sans Serif</vt:lpstr>
      <vt:lpstr>Times New Roman</vt:lpstr>
      <vt:lpstr>Trebuchet MS</vt:lpstr>
      <vt:lpstr>Office Theme</vt:lpstr>
      <vt:lpstr>Tableau</vt:lpstr>
      <vt:lpstr>What is Data Visualization?</vt:lpstr>
      <vt:lpstr>What is Tableau?</vt:lpstr>
      <vt:lpstr>Key Features of Tableau</vt:lpstr>
      <vt:lpstr>Benefits of Using Tableau</vt:lpstr>
      <vt:lpstr>Exploring Tableau's Connection Options</vt:lpstr>
      <vt:lpstr>Understanding Tableau's User Interface</vt:lpstr>
      <vt:lpstr>Key Elements of Tableau's User Interface</vt:lpstr>
      <vt:lpstr>Key Elements of Tableau's User Interface</vt:lpstr>
      <vt:lpstr>Understanding Dimensions</vt:lpstr>
      <vt:lpstr>Exploring Measures</vt:lpstr>
      <vt:lpstr>Data Visualizations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Best Practices for Data Visualization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Intro</dc:title>
  <dc:creator>Aditya Thakare</dc:creator>
  <cp:lastModifiedBy>Aditya Thakare</cp:lastModifiedBy>
  <cp:revision>1</cp:revision>
  <dcterms:created xsi:type="dcterms:W3CDTF">2023-11-28T14:54:50Z</dcterms:created>
  <dcterms:modified xsi:type="dcterms:W3CDTF">2023-11-28T18:21:54Z</dcterms:modified>
</cp:coreProperties>
</file>